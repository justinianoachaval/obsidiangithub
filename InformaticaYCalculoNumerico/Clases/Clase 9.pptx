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</p:sldIdLst>
  <p:sldSz cy="5143500" cx="9144000"/>
  <p:notesSz cx="6858000" cy="9144000"/>
  <p:embeddedFontLst>
    <p:embeddedFont>
      <p:font typeface="Montserrat SemiBold"/>
      <p:regular r:id="rId87"/>
      <p:bold r:id="rId88"/>
      <p:italic r:id="rId89"/>
      <p:boldItalic r:id="rId90"/>
    </p:embeddedFont>
    <p:embeddedFont>
      <p:font typeface="Montserrat"/>
      <p:regular r:id="rId91"/>
      <p:bold r:id="rId92"/>
      <p:italic r:id="rId93"/>
      <p:boldItalic r:id="rId94"/>
    </p:embeddedFont>
    <p:embeddedFont>
      <p:font typeface="Montserrat Medium"/>
      <p:regular r:id="rId95"/>
      <p:bold r:id="rId96"/>
      <p:italic r:id="rId97"/>
      <p:boldItalic r:id="rId98"/>
    </p:embeddedFont>
    <p:embeddedFont>
      <p:font typeface="Montserrat Light"/>
      <p:regular r:id="rId99"/>
      <p:bold r:id="rId100"/>
      <p:italic r:id="rId101"/>
      <p:boldItalic r:id="rId10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42E1412-822E-4932-8F38-1B27F9A9C3E6}">
  <a:tblStyle styleId="{542E1412-822E-4932-8F38-1B27F9A9C3E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2" Type="http://schemas.openxmlformats.org/officeDocument/2006/relationships/font" Target="fonts/MontserratLight-boldItalic.fntdata"/><Relationship Id="rId101" Type="http://schemas.openxmlformats.org/officeDocument/2006/relationships/font" Target="fonts/MontserratLight-italic.fntdata"/><Relationship Id="rId100" Type="http://schemas.openxmlformats.org/officeDocument/2006/relationships/font" Target="fonts/MontserratLight-bold.fntdata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95" Type="http://schemas.openxmlformats.org/officeDocument/2006/relationships/font" Target="fonts/MontserratMedium-regular.fntdata"/><Relationship Id="rId94" Type="http://schemas.openxmlformats.org/officeDocument/2006/relationships/font" Target="fonts/Montserrat-boldItalic.fntdata"/><Relationship Id="rId97" Type="http://schemas.openxmlformats.org/officeDocument/2006/relationships/font" Target="fonts/MontserratMedium-italic.fntdata"/><Relationship Id="rId96" Type="http://schemas.openxmlformats.org/officeDocument/2006/relationships/font" Target="fonts/MontserratMedium-bold.fntdata"/><Relationship Id="rId11" Type="http://schemas.openxmlformats.org/officeDocument/2006/relationships/slide" Target="slides/slide5.xml"/><Relationship Id="rId99" Type="http://schemas.openxmlformats.org/officeDocument/2006/relationships/font" Target="fonts/MontserratLight-regular.fntdata"/><Relationship Id="rId10" Type="http://schemas.openxmlformats.org/officeDocument/2006/relationships/slide" Target="slides/slide4.xml"/><Relationship Id="rId98" Type="http://schemas.openxmlformats.org/officeDocument/2006/relationships/font" Target="fonts/MontserratMedium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font" Target="fonts/Montserrat-regular.fntdata"/><Relationship Id="rId90" Type="http://schemas.openxmlformats.org/officeDocument/2006/relationships/font" Target="fonts/MontserratSemiBold-boldItalic.fntdata"/><Relationship Id="rId93" Type="http://schemas.openxmlformats.org/officeDocument/2006/relationships/font" Target="fonts/Montserrat-italic.fntdata"/><Relationship Id="rId92" Type="http://schemas.openxmlformats.org/officeDocument/2006/relationships/font" Target="fonts/Montserrat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font" Target="fonts/MontserratSemiBold-bold.fntdata"/><Relationship Id="rId87" Type="http://schemas.openxmlformats.org/officeDocument/2006/relationships/font" Target="fonts/MontserratSemiBold-regular.fntdata"/><Relationship Id="rId89" Type="http://schemas.openxmlformats.org/officeDocument/2006/relationships/font" Target="fonts/MontserratSemiBold-italic.fntdata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8b80494cf_1_4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g3f8b80494cf_1_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8b80494cf_1_4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3f8b80494cf_1_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8b80494cf_1_4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3f8b80494cf_1_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8b80494cf_1_4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3f8b80494cf_1_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8b80494cf_1_4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3f8b80494cf_1_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8b80494cf_1_7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f8b80494cf_1_7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8b80494cf_1_8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f8b80494cf_1_8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8b80494cf_1_8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f8b80494cf_1_8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8b80494cf_1_8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f8b80494cf_1_8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8b80494cf_1_8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f8b80494cf_1_8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f8b80494cf_1_9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f8b80494cf_1_9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8b80494cf_1_9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f8b80494cf_1_9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f8b80494cf_1_9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f8b80494cf_1_9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f8b80494cf_1_9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f8b80494cf_1_9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f9fdd6b2df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f9fdd6b2d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f9fdd6b2df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f9fdd6b2d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f8b80494cf_1_8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f8b80494cf_1_8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f9fdd6b2df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f9fdd6b2df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f8c95deeff_2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f8c95deeff_2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f8c97d4612_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" name="Google Shape;379;g3f8c97d4612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f8c97d4612_6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g3f8c97d4612_6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f8c97d4612_6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g3f8c97d4612_6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f8c97d4612_6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2" name="Google Shape;442;g3f8c97d4612_6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f8c97d4612_6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g3f8c97d4612_6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f8c97d4612_6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4" name="Google Shape;504;g3f8c97d4612_6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f8c97d4612_6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4" name="Google Shape;534;g3f8c97d4612_6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f8c97d4612_6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5" name="Google Shape;565;g3f8c97d4612_6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f8c97d4612_6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5" name="Google Shape;595;g3f8c97d4612_6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f8c97d4612_6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6" name="Google Shape;626;g3f8c97d4612_6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3f8c97d4612_6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6" name="Google Shape;656;g3f8c97d4612_6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3f8c97d4612_6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7" name="Google Shape;687;g3f8c97d4612_6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3f8c97d4612_6_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8" name="Google Shape;718;g3f8c97d4612_6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3f8c97d4612_6_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8" name="Google Shape;748;g3f8c97d4612_6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3f8c97d4612_6_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9" name="Google Shape;779;g3f8c97d4612_6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3f8c97d4612_6_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0" name="Google Shape;810;g3f8c97d4612_6_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3f8c97d4612_6_4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0" name="Google Shape;840;g3f8c97d4612_6_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g3f8c97d4612_6_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1" name="Google Shape;871;g3f8c97d4612_6_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g3f8c97d4612_6_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1" name="Google Shape;901;g3f8c97d4612_6_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g3f8c97d4612_6_5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2" name="Google Shape;932;g3f8c97d4612_6_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g3f8c97d4612_6_5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3" name="Google Shape;963;g3f8c97d4612_6_5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g3f8c97d4612_6_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3" name="Google Shape;993;g3f8c97d4612_6_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g3f8c97d4612_6_6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4" name="Google Shape;1024;g3f8c97d4612_6_6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g3f8c97d4612_6_6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5" name="Google Shape;1055;g3f8c97d4612_6_6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g3f8c97d4612_6_6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5" name="Google Shape;1085;g3f8c97d4612_6_6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g3f8c97d4612_6_7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6" name="Google Shape;1116;g3f8c97d4612_6_7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g3f8c97d4612_6_7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8" name="Google Shape;1148;g3f8c97d4612_6_7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g3f8c97d4612_6_7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0" name="Google Shape;1180;g3f8c97d4612_6_7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g3f8c97d4612_6_8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2" name="Google Shape;1212;g3f8c97d4612_6_8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g3f8c97d4612_6_8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2" name="Google Shape;1242;g3f8c97d4612_6_8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g3f8c97d4612_6_8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3" name="Google Shape;1273;g3f8c97d4612_6_8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g3f8c97d4612_6_8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3" name="Google Shape;1303;g3f8c97d4612_6_8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2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g3f8c97d4612_6_9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4" name="Google Shape;1334;g3f8c97d4612_6_9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2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Google Shape;1363;g3f8c97d4612_6_9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4" name="Google Shape;1364;g3f8c97d4612_6_9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Google Shape;1394;g3f8c97d4612_6_9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5" name="Google Shape;1395;g3f8c97d4612_6_9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4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g3f8c97d4612_6_10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6" name="Google Shape;1426;g3f8c97d4612_6_10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4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Google Shape;1455;g3f8c97d4612_6_10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6" name="Google Shape;1456;g3f8c97d4612_6_10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5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g3f8c97d4612_6_10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7" name="Google Shape;1487;g3f8c97d4612_6_10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6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Google Shape;1517;g3f8c97d4612_6_1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8" name="Google Shape;1518;g3f8c97d4612_6_1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g3f8c97d4612_6_1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8" name="Google Shape;1548;g3f8c97d4612_6_1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Google Shape;1578;g3f8c97d4612_6_1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9" name="Google Shape;1579;g3f8c97d4612_6_1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7" name="Shape 1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8" name="Google Shape;1608;g3f8c97d4612_6_1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9" name="Google Shape;1609;g3f8c97d4612_6_1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8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Google Shape;1639;g3f8c97d4612_6_1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0" name="Google Shape;1640;g3f8c97d4612_6_1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8" name="Shape 1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" name="Google Shape;1669;g3f8c97d4612_6_1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0" name="Google Shape;1670;g3f8c97d4612_6_1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9" name="Shape 1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" name="Google Shape;1700;g3f8c97d4612_6_1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1" name="Google Shape;1701;g3f8c97d4612_6_1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0" name="Shape 1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Google Shape;1731;g3f8c97d4612_6_1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2" name="Google Shape;1732;g3f8c97d4612_6_1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0" name="Shape 1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" name="Google Shape;1761;g3f8c97d4612_6_1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2" name="Google Shape;1762;g3f8c97d4612_6_1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1" name="Shape 1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" name="Google Shape;1792;g3f8c97d4612_6_13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3" name="Google Shape;1793;g3f8c97d4612_6_1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2" name="Shape 1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3" name="Google Shape;1823;g3f8c97d4612_6_1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4" name="Google Shape;1824;g3f8c97d4612_6_1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4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5" name="Google Shape;1855;g3f8c97d4612_6_14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6" name="Google Shape;1856;g3f8c97d4612_6_1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9" name="Shape 1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0" name="Google Shape;1860;g3f8c97d4612_6_1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1" name="Google Shape;1861;g3f8c97d4612_6_1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9" name="Shape 1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0" name="Google Shape;1870;g3fa4b2a925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1" name="Google Shape;1871;g3fa4b2a925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5" name="Shape 1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6" name="Google Shape;1876;g3fa4b2a9254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7" name="Google Shape;1877;g3fa4b2a9254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2" name="Shape 1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3" name="Google Shape;1883;g3f8c97d4612_6_15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4" name="Google Shape;1884;g3f8c97d4612_6_15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2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g3f8c97d4612_6_15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4" name="Google Shape;1894;g3f8c97d4612_6_15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5" name="Shape 1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6" name="Google Shape;1906;g3f8c97d4612_6_14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7" name="Google Shape;1907;g3f8c97d4612_6_1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8" name="Shape 1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9" name="Google Shape;1929;g3f8c97d4612_6_1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0" name="Google Shape;1930;g3f8c97d4612_6_1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2" name="Shape 1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3" name="Google Shape;1963;g3f8c95deeff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4" name="Google Shape;1964;g3f8c95deeff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4" name="Shape 1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5" name="Google Shape;1995;g3f8c95deeff_2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6" name="Google Shape;1996;g3f8c95deeff_2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2" name="Shape 2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3" name="Google Shape;2003;g3f8c95deeff_2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4" name="Google Shape;2004;g3f8c95deeff_2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Elementos ornamentales-03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02903" y="-423203"/>
            <a:ext cx="509829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1" y="1506575"/>
            <a:ext cx="70668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596125"/>
            <a:ext cx="70668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4" name="Google Shape;14;p2" title="1_Isologotipo FCEFyN y UNC- original_Sin fond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59" y="-76200"/>
            <a:ext cx="4239831" cy="116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9" name="Google Shape;19;p3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3" title="Elementos ornamentales-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431561"/>
            <a:ext cx="9144003" cy="199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6" name="Google Shape;26;p4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3" name="Google Shape;33;p5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8" name="Google Shape;38;p6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4" name="Google Shape;44;p7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9" name="Google Shape;49;p8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9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4" name="Google Shape;54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5" name="Google Shape;55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7" name="Google Shape;57;p9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1" name="Google Shape;61;p10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62" name="Google Shape;62;p10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6" name="Google Shape;6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68" name="Google Shape;68;p11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2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2" name="Google Shape;72;p12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EFE4D8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9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9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9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9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6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9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9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9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9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6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9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9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9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9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6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7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/>
          <p:nvPr>
            <p:ph type="ctrTitle"/>
          </p:nvPr>
        </p:nvSpPr>
        <p:spPr>
          <a:xfrm>
            <a:off x="311701" y="1506575"/>
            <a:ext cx="70668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Inform</a:t>
            </a:r>
            <a:r>
              <a:rPr lang="es"/>
              <a:t>ática y Cálculo Numérico</a:t>
            </a:r>
            <a:endParaRPr/>
          </a:p>
        </p:txBody>
      </p:sp>
      <p:sp>
        <p:nvSpPr>
          <p:cNvPr id="78" name="Google Shape;78;p13"/>
          <p:cNvSpPr txBox="1"/>
          <p:nvPr>
            <p:ph idx="1" type="subTitle"/>
          </p:nvPr>
        </p:nvSpPr>
        <p:spPr>
          <a:xfrm>
            <a:off x="311700" y="3596125"/>
            <a:ext cx="70668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Comisi</a:t>
            </a:r>
            <a:r>
              <a:rPr lang="es"/>
              <a:t>ón 5 - 2026 - Segundo Semestre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4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4129825" y="133350"/>
            <a:ext cx="4876800" cy="48768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" sz="7000"/>
              <a:t>Matrices</a:t>
            </a:r>
            <a:endParaRPr sz="7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Matrices</a:t>
            </a:r>
            <a:endParaRPr/>
          </a:p>
        </p:txBody>
      </p:sp>
      <p:pic>
        <p:nvPicPr>
          <p:cNvPr id="90" name="Google Shape;9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787050"/>
            <a:ext cx="4233899" cy="21472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5"/>
          <p:cNvSpPr txBox="1"/>
          <p:nvPr>
            <p:ph idx="1" type="body"/>
          </p:nvPr>
        </p:nvSpPr>
        <p:spPr>
          <a:xfrm flipH="1">
            <a:off x="5033500" y="1152475"/>
            <a:ext cx="3702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967" y="1787050"/>
            <a:ext cx="4457365" cy="21472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Matrices</a:t>
            </a:r>
            <a:endParaRPr/>
          </a:p>
        </p:txBody>
      </p:sp>
      <p:sp>
        <p:nvSpPr>
          <p:cNvPr id="98" name="Google Shape;98;p16"/>
          <p:cNvSpPr txBox="1"/>
          <p:nvPr>
            <p:ph idx="1" type="body"/>
          </p:nvPr>
        </p:nvSpPr>
        <p:spPr>
          <a:xfrm flipH="1">
            <a:off x="5033500" y="1152475"/>
            <a:ext cx="3702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 sz="1800">
                <a:solidFill>
                  <a:schemeClr val="accent4"/>
                </a:solidFill>
              </a:rPr>
              <a:t>Cada fila</a:t>
            </a:r>
            <a:r>
              <a:rPr lang="es" sz="1800"/>
              <a:t> puede representarse </a:t>
            </a:r>
            <a:r>
              <a:rPr lang="es" sz="1800">
                <a:solidFill>
                  <a:schemeClr val="accent4"/>
                </a:solidFill>
              </a:rPr>
              <a:t>como un arreglo</a:t>
            </a:r>
            <a:endParaRPr sz="1800"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 sz="180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7"/>
          <p:cNvPicPr preferRelativeResize="0"/>
          <p:nvPr/>
        </p:nvPicPr>
        <p:blipFill rotWithShape="1">
          <a:blip r:embed="rId3">
            <a:alphaModFix/>
          </a:blip>
          <a:srcRect b="0" l="0" r="78736" t="0"/>
          <a:stretch/>
        </p:blipFill>
        <p:spPr>
          <a:xfrm>
            <a:off x="199969" y="1787050"/>
            <a:ext cx="947799" cy="214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Matrices</a:t>
            </a:r>
            <a:endParaRPr/>
          </a:p>
        </p:txBody>
      </p:sp>
      <p:sp>
        <p:nvSpPr>
          <p:cNvPr id="105" name="Google Shape;105;p17"/>
          <p:cNvSpPr txBox="1"/>
          <p:nvPr>
            <p:ph idx="1" type="body"/>
          </p:nvPr>
        </p:nvSpPr>
        <p:spPr>
          <a:xfrm flipH="1">
            <a:off x="5033500" y="1152475"/>
            <a:ext cx="3702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 sz="1800">
                <a:solidFill>
                  <a:schemeClr val="accent4"/>
                </a:solidFill>
              </a:rPr>
              <a:t>Cada fila</a:t>
            </a:r>
            <a:r>
              <a:rPr lang="es" sz="1800"/>
              <a:t> puede representarse </a:t>
            </a:r>
            <a:r>
              <a:rPr lang="es" sz="1800">
                <a:solidFill>
                  <a:schemeClr val="accent4"/>
                </a:solidFill>
              </a:rPr>
              <a:t>como un arreglo</a:t>
            </a:r>
            <a:endParaRPr sz="1800"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es" sz="1800"/>
              <a:t>La matriz, como un </a:t>
            </a:r>
            <a:r>
              <a:rPr lang="es" sz="1800">
                <a:solidFill>
                  <a:schemeClr val="accent1"/>
                </a:solidFill>
              </a:rPr>
              <a:t>arreglo de arreglos</a:t>
            </a:r>
            <a:r>
              <a:rPr lang="es" sz="1800"/>
              <a:t>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 sz="1800"/>
          </a:p>
        </p:txBody>
      </p:sp>
      <p:pic>
        <p:nvPicPr>
          <p:cNvPr id="106" name="Google Shape;106;p17"/>
          <p:cNvPicPr preferRelativeResize="0"/>
          <p:nvPr/>
        </p:nvPicPr>
        <p:blipFill rotWithShape="1">
          <a:blip r:embed="rId3">
            <a:alphaModFix/>
          </a:blip>
          <a:srcRect b="0" l="30668" r="6021" t="0"/>
          <a:stretch/>
        </p:blipFill>
        <p:spPr>
          <a:xfrm>
            <a:off x="1566999" y="1787050"/>
            <a:ext cx="2822074" cy="214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7"/>
          <p:cNvSpPr txBox="1"/>
          <p:nvPr/>
        </p:nvSpPr>
        <p:spPr>
          <a:xfrm>
            <a:off x="1247800" y="1500875"/>
            <a:ext cx="319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" sz="4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endParaRPr b="0" i="0" sz="48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 rot="10800000">
            <a:off x="4220025" y="3259175"/>
            <a:ext cx="319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" sz="4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endParaRPr b="0" i="0" sz="48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4069875" y="1500875"/>
            <a:ext cx="319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" sz="4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48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7"/>
          <p:cNvSpPr txBox="1"/>
          <p:nvPr/>
        </p:nvSpPr>
        <p:spPr>
          <a:xfrm>
            <a:off x="4220025" y="2157900"/>
            <a:ext cx="319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" sz="4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48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7"/>
          <p:cNvSpPr txBox="1"/>
          <p:nvPr/>
        </p:nvSpPr>
        <p:spPr>
          <a:xfrm>
            <a:off x="4026050" y="2678125"/>
            <a:ext cx="319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" sz="4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48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8"/>
          <p:cNvPicPr preferRelativeResize="0"/>
          <p:nvPr/>
        </p:nvPicPr>
        <p:blipFill rotWithShape="1">
          <a:blip r:embed="rId3">
            <a:alphaModFix/>
          </a:blip>
          <a:srcRect b="0" l="0" r="78736" t="0"/>
          <a:stretch/>
        </p:blipFill>
        <p:spPr>
          <a:xfrm>
            <a:off x="199969" y="1787050"/>
            <a:ext cx="947799" cy="214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Matrices</a:t>
            </a:r>
            <a:endParaRPr/>
          </a:p>
        </p:txBody>
      </p:sp>
      <p:sp>
        <p:nvSpPr>
          <p:cNvPr id="118" name="Google Shape;118;p18"/>
          <p:cNvSpPr txBox="1"/>
          <p:nvPr>
            <p:ph idx="1" type="body"/>
          </p:nvPr>
        </p:nvSpPr>
        <p:spPr>
          <a:xfrm flipH="1">
            <a:off x="5033500" y="1152475"/>
            <a:ext cx="3702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 sz="1800">
                <a:solidFill>
                  <a:schemeClr val="accent4"/>
                </a:solidFill>
              </a:rPr>
              <a:t>Cada fila</a:t>
            </a:r>
            <a:r>
              <a:rPr lang="es" sz="1800"/>
              <a:t> puede representarse </a:t>
            </a:r>
            <a:r>
              <a:rPr lang="es" sz="1800">
                <a:solidFill>
                  <a:schemeClr val="accent4"/>
                </a:solidFill>
              </a:rPr>
              <a:t>como un arreglo</a:t>
            </a:r>
            <a:endParaRPr sz="1800"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es" sz="1800"/>
              <a:t>La matriz, como un </a:t>
            </a:r>
            <a:r>
              <a:rPr lang="es" sz="1800">
                <a:solidFill>
                  <a:schemeClr val="accent1"/>
                </a:solidFill>
              </a:rPr>
              <a:t>arreglo de arreglos</a:t>
            </a:r>
            <a:r>
              <a:rPr lang="es" sz="1800"/>
              <a:t>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rPr b="1" lang="es" sz="1800"/>
              <a:t>m[</a:t>
            </a:r>
            <a:r>
              <a:rPr b="1" lang="es" sz="1800">
                <a:solidFill>
                  <a:schemeClr val="accent4"/>
                </a:solidFill>
              </a:rPr>
              <a:t>i</a:t>
            </a:r>
            <a:r>
              <a:rPr b="1" lang="es" sz="1800"/>
              <a:t>][</a:t>
            </a:r>
            <a:r>
              <a:rPr b="1" lang="es" sz="1800">
                <a:solidFill>
                  <a:schemeClr val="accent1"/>
                </a:solidFill>
              </a:rPr>
              <a:t>j</a:t>
            </a:r>
            <a:r>
              <a:rPr b="1" lang="es" sz="1800"/>
              <a:t>]</a:t>
            </a:r>
            <a:r>
              <a:rPr lang="es" sz="1800"/>
              <a:t> es la indexación para </a:t>
            </a:r>
            <a:r>
              <a:rPr lang="es" sz="1800">
                <a:solidFill>
                  <a:srgbClr val="A4C2F4"/>
                </a:solidFill>
              </a:rPr>
              <a:t>acceder </a:t>
            </a:r>
            <a:r>
              <a:rPr lang="es" sz="1800"/>
              <a:t>primero a la </a:t>
            </a:r>
            <a:r>
              <a:rPr lang="es" sz="1800">
                <a:solidFill>
                  <a:schemeClr val="accent4"/>
                </a:solidFill>
              </a:rPr>
              <a:t>fila i</a:t>
            </a:r>
            <a:r>
              <a:rPr lang="es" sz="1800"/>
              <a:t> y luego a la </a:t>
            </a:r>
            <a:r>
              <a:rPr lang="es" sz="1800">
                <a:solidFill>
                  <a:schemeClr val="accent1"/>
                </a:solidFill>
              </a:rPr>
              <a:t>columna j</a:t>
            </a:r>
            <a:endParaRPr sz="1800">
              <a:solidFill>
                <a:schemeClr val="accent1"/>
              </a:solidFill>
            </a:endParaRPr>
          </a:p>
        </p:txBody>
      </p:sp>
      <p:pic>
        <p:nvPicPr>
          <p:cNvPr id="119" name="Google Shape;119;p18"/>
          <p:cNvPicPr preferRelativeResize="0"/>
          <p:nvPr/>
        </p:nvPicPr>
        <p:blipFill rotWithShape="1">
          <a:blip r:embed="rId3">
            <a:alphaModFix/>
          </a:blip>
          <a:srcRect b="0" l="30668" r="6021" t="0"/>
          <a:stretch/>
        </p:blipFill>
        <p:spPr>
          <a:xfrm>
            <a:off x="1566999" y="1787050"/>
            <a:ext cx="2822074" cy="214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8"/>
          <p:cNvSpPr txBox="1"/>
          <p:nvPr/>
        </p:nvSpPr>
        <p:spPr>
          <a:xfrm>
            <a:off x="1247800" y="1500875"/>
            <a:ext cx="319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" sz="4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endParaRPr b="0" i="0" sz="48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8"/>
          <p:cNvSpPr txBox="1"/>
          <p:nvPr/>
        </p:nvSpPr>
        <p:spPr>
          <a:xfrm rot="10800000">
            <a:off x="4220025" y="3259175"/>
            <a:ext cx="319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" sz="4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endParaRPr b="0" i="0" sz="48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8"/>
          <p:cNvSpPr txBox="1"/>
          <p:nvPr/>
        </p:nvSpPr>
        <p:spPr>
          <a:xfrm>
            <a:off x="4069875" y="1500875"/>
            <a:ext cx="319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" sz="4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48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8"/>
          <p:cNvSpPr txBox="1"/>
          <p:nvPr/>
        </p:nvSpPr>
        <p:spPr>
          <a:xfrm>
            <a:off x="4220025" y="2157900"/>
            <a:ext cx="319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" sz="4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48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8"/>
          <p:cNvSpPr txBox="1"/>
          <p:nvPr/>
        </p:nvSpPr>
        <p:spPr>
          <a:xfrm>
            <a:off x="4026050" y="2678125"/>
            <a:ext cx="319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" sz="4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48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Recorriendo arreglos</a:t>
            </a:r>
            <a:endParaRPr/>
          </a:p>
        </p:txBody>
      </p:sp>
      <p:sp>
        <p:nvSpPr>
          <p:cNvPr id="130" name="Google Shape;130;p19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31" name="Google Shape;131;p19"/>
          <p:cNvSpPr/>
          <p:nvPr/>
        </p:nvSpPr>
        <p:spPr>
          <a:xfrm rot="10800000">
            <a:off x="4307645" y="787650"/>
            <a:ext cx="4524600" cy="3812700"/>
          </a:xfrm>
          <a:prstGeom prst="round2SameRect">
            <a:avLst>
              <a:gd fmla="val 3153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</a:pPr>
            <a:r>
              <a:t/>
            </a:r>
            <a:endParaRPr b="0" i="0" sz="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9"/>
          <p:cNvSpPr/>
          <p:nvPr/>
        </p:nvSpPr>
        <p:spPr>
          <a:xfrm rot="10800000">
            <a:off x="4307700" y="497575"/>
            <a:ext cx="4524600" cy="390000"/>
          </a:xfrm>
          <a:prstGeom prst="round2SameRect">
            <a:avLst>
              <a:gd fmla="val 6272" name="adj1"/>
              <a:gd fmla="val 25195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9"/>
          <p:cNvSpPr/>
          <p:nvPr/>
        </p:nvSpPr>
        <p:spPr>
          <a:xfrm>
            <a:off x="4456145" y="570184"/>
            <a:ext cx="190500" cy="1905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4738006" y="570184"/>
            <a:ext cx="190500" cy="1905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9"/>
          <p:cNvSpPr/>
          <p:nvPr/>
        </p:nvSpPr>
        <p:spPr>
          <a:xfrm>
            <a:off x="5019866" y="570184"/>
            <a:ext cx="190500" cy="1905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9"/>
          <p:cNvSpPr txBox="1"/>
          <p:nvPr/>
        </p:nvSpPr>
        <p:spPr>
          <a:xfrm>
            <a:off x="4307605" y="839432"/>
            <a:ext cx="4524600" cy="3532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const int FILAS = 8;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const int COLUMNAS = 8;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int imagen[FILAS][COLUMNAS];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int valor;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for (int i = 0; i &lt; FILAS; i++) {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for (int j = 0; j &lt; COLUMNAS; j++) {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cout &lt;&lt; "Ingrese el valor del pixel ["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     &lt;&lt; i &lt;&lt; "][" &lt;&lt; j &lt;&lt; "] entre 0 y 255: ";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cin &gt;&gt; valor;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while (valor &lt; 0 || valor &gt; 255) {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    cout &lt;&lt; "Valor invalido. Ingrese un valor entre 0 y 255: ";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    cin &gt;&gt; valor;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}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imagen[i][j] = valor;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}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}</a:t>
            </a:r>
            <a:endParaRPr sz="1100">
              <a:solidFill>
                <a:srgbClr val="383A4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900">
              <a:solidFill>
                <a:srgbClr val="383A42"/>
              </a:solidFill>
            </a:endParaRPr>
          </a:p>
        </p:txBody>
      </p:sp>
      <p:sp>
        <p:nvSpPr>
          <p:cNvPr id="137" name="Google Shape;137;p19"/>
          <p:cNvSpPr txBox="1"/>
          <p:nvPr>
            <p:ph idx="1" type="body"/>
          </p:nvPr>
        </p:nvSpPr>
        <p:spPr>
          <a:xfrm>
            <a:off x="311700" y="1152475"/>
            <a:ext cx="3643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Escriba un programa donde se cargaran valores enteros entre 0 y 255 que corresponden a una imagen de 8x8 pixeles. Se debe cargar </a:t>
            </a:r>
            <a:r>
              <a:rPr b="1" lang="es"/>
              <a:t>fila</a:t>
            </a:r>
            <a:r>
              <a:rPr b="1" lang="es"/>
              <a:t> por fila</a:t>
            </a:r>
            <a:r>
              <a:rPr lang="es"/>
              <a:t>.</a:t>
            </a:r>
            <a:endParaRPr/>
          </a:p>
        </p:txBody>
      </p:sp>
      <p:graphicFrame>
        <p:nvGraphicFramePr>
          <p:cNvPr id="138" name="Google Shape;138;p19"/>
          <p:cNvGraphicFramePr/>
          <p:nvPr/>
        </p:nvGraphicFramePr>
        <p:xfrm>
          <a:off x="602200" y="270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{542E1412-822E-4932-8F38-1B27F9A9C3E6}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82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Recorriendo arreglos</a:t>
            </a:r>
            <a:endParaRPr/>
          </a:p>
        </p:txBody>
      </p:sp>
      <p:sp>
        <p:nvSpPr>
          <p:cNvPr id="144" name="Google Shape;144;p20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45" name="Google Shape;145;p20"/>
          <p:cNvSpPr/>
          <p:nvPr/>
        </p:nvSpPr>
        <p:spPr>
          <a:xfrm rot="10800000">
            <a:off x="4307645" y="787650"/>
            <a:ext cx="4524600" cy="3812700"/>
          </a:xfrm>
          <a:prstGeom prst="round2SameRect">
            <a:avLst>
              <a:gd fmla="val 3153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</a:pPr>
            <a:r>
              <a:t/>
            </a:r>
            <a:endParaRPr b="0" i="0" sz="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0"/>
          <p:cNvSpPr/>
          <p:nvPr/>
        </p:nvSpPr>
        <p:spPr>
          <a:xfrm rot="10800000">
            <a:off x="4307700" y="497575"/>
            <a:ext cx="4524600" cy="390000"/>
          </a:xfrm>
          <a:prstGeom prst="round2SameRect">
            <a:avLst>
              <a:gd fmla="val 6272" name="adj1"/>
              <a:gd fmla="val 25195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0"/>
          <p:cNvSpPr/>
          <p:nvPr/>
        </p:nvSpPr>
        <p:spPr>
          <a:xfrm>
            <a:off x="4456145" y="570184"/>
            <a:ext cx="190500" cy="1905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0"/>
          <p:cNvSpPr/>
          <p:nvPr/>
        </p:nvSpPr>
        <p:spPr>
          <a:xfrm>
            <a:off x="4738006" y="570184"/>
            <a:ext cx="190500" cy="1905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0"/>
          <p:cNvSpPr/>
          <p:nvPr/>
        </p:nvSpPr>
        <p:spPr>
          <a:xfrm>
            <a:off x="5019866" y="570184"/>
            <a:ext cx="190500" cy="1905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0"/>
          <p:cNvSpPr txBox="1"/>
          <p:nvPr/>
        </p:nvSpPr>
        <p:spPr>
          <a:xfrm>
            <a:off x="4307605" y="839432"/>
            <a:ext cx="4524600" cy="3532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const int FILAS = 8;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const int COLUMNAS = 8;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int imagen[FILAS][COLUMNAS];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int valor;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for (int i = 0; i &lt; FILAS; i++) {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for (int j = 0; j &lt; COLUMNAS; j++) {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cout &lt;&lt; "Ingrese el valor del pixel ["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     &lt;&lt; i &lt;&lt; "][" &lt;&lt; j &lt;&lt; "] entre 0 y 255: ";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cin &gt;&gt; valor;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while (valor &lt; 0 || valor &gt; 255) {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    cout &lt;&lt; "Valor invalido. Ingrese un valor entre 0 y 255: ";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    cin &gt;&gt; valor;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}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imagen[i][j] = valor;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}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}</a:t>
            </a:r>
            <a:endParaRPr sz="1100">
              <a:solidFill>
                <a:srgbClr val="383A4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900">
              <a:solidFill>
                <a:srgbClr val="383A42"/>
              </a:solidFill>
            </a:endParaRPr>
          </a:p>
        </p:txBody>
      </p:sp>
      <p:sp>
        <p:nvSpPr>
          <p:cNvPr id="151" name="Google Shape;151;p20"/>
          <p:cNvSpPr txBox="1"/>
          <p:nvPr>
            <p:ph idx="1" type="body"/>
          </p:nvPr>
        </p:nvSpPr>
        <p:spPr>
          <a:xfrm>
            <a:off x="311700" y="1152475"/>
            <a:ext cx="3643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Escriba un programa donde se cargaran valores enteros entre 0 y 255 que corresponden a una imagen de 8x8 pixeles. Se debe cargar </a:t>
            </a:r>
            <a:r>
              <a:rPr b="1" lang="es"/>
              <a:t>fila por fila</a:t>
            </a:r>
            <a:r>
              <a:rPr lang="es"/>
              <a:t>.</a:t>
            </a:r>
            <a:endParaRPr/>
          </a:p>
        </p:txBody>
      </p:sp>
      <p:graphicFrame>
        <p:nvGraphicFramePr>
          <p:cNvPr id="152" name="Google Shape;152;p20"/>
          <p:cNvGraphicFramePr/>
          <p:nvPr/>
        </p:nvGraphicFramePr>
        <p:xfrm>
          <a:off x="602200" y="270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{542E1412-822E-4932-8F38-1B27F9A9C3E6}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82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53" name="Google Shape;153;p20"/>
          <p:cNvSpPr/>
          <p:nvPr/>
        </p:nvSpPr>
        <p:spPr>
          <a:xfrm>
            <a:off x="4075575" y="1961714"/>
            <a:ext cx="432300" cy="128100"/>
          </a:xfrm>
          <a:prstGeom prst="homePlate">
            <a:avLst>
              <a:gd fmla="val 50000" name="adj"/>
            </a:avLst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" name="Google Shape;154;p20"/>
          <p:cNvSpPr/>
          <p:nvPr/>
        </p:nvSpPr>
        <p:spPr>
          <a:xfrm>
            <a:off x="96350" y="2796614"/>
            <a:ext cx="432300" cy="128100"/>
          </a:xfrm>
          <a:prstGeom prst="homePlate">
            <a:avLst>
              <a:gd fmla="val 50000" name="adj"/>
            </a:avLst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Recorriendo arreglos</a:t>
            </a:r>
            <a:endParaRPr/>
          </a:p>
        </p:txBody>
      </p:sp>
      <p:sp>
        <p:nvSpPr>
          <p:cNvPr id="160" name="Google Shape;160;p21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61" name="Google Shape;161;p21"/>
          <p:cNvSpPr/>
          <p:nvPr/>
        </p:nvSpPr>
        <p:spPr>
          <a:xfrm rot="10800000">
            <a:off x="4307645" y="787650"/>
            <a:ext cx="4524600" cy="3812700"/>
          </a:xfrm>
          <a:prstGeom prst="round2SameRect">
            <a:avLst>
              <a:gd fmla="val 3153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</a:pPr>
            <a:r>
              <a:t/>
            </a:r>
            <a:endParaRPr b="0" i="0" sz="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1"/>
          <p:cNvSpPr/>
          <p:nvPr/>
        </p:nvSpPr>
        <p:spPr>
          <a:xfrm rot="10800000">
            <a:off x="4307700" y="497575"/>
            <a:ext cx="4524600" cy="390000"/>
          </a:xfrm>
          <a:prstGeom prst="round2SameRect">
            <a:avLst>
              <a:gd fmla="val 6272" name="adj1"/>
              <a:gd fmla="val 25195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1"/>
          <p:cNvSpPr/>
          <p:nvPr/>
        </p:nvSpPr>
        <p:spPr>
          <a:xfrm>
            <a:off x="4456145" y="570184"/>
            <a:ext cx="190500" cy="1905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1"/>
          <p:cNvSpPr/>
          <p:nvPr/>
        </p:nvSpPr>
        <p:spPr>
          <a:xfrm>
            <a:off x="4738006" y="570184"/>
            <a:ext cx="190500" cy="1905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1"/>
          <p:cNvSpPr/>
          <p:nvPr/>
        </p:nvSpPr>
        <p:spPr>
          <a:xfrm>
            <a:off x="5019866" y="570184"/>
            <a:ext cx="190500" cy="1905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1"/>
          <p:cNvSpPr txBox="1"/>
          <p:nvPr/>
        </p:nvSpPr>
        <p:spPr>
          <a:xfrm>
            <a:off x="4307605" y="839432"/>
            <a:ext cx="4524600" cy="3532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const int FILAS = 8;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const int COLUMNAS = 8;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int imagen[FILAS][COLUMNAS];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int valor;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for (int i = 0; i &lt; FILAS; i++) {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for (int j = 0; j &lt; COLUMNAS; j++) {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cout &lt;&lt; "Ingrese el valor del pixel ["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     &lt;&lt; i &lt;&lt; "][" &lt;&lt; j &lt;&lt; "] entre 0 y 255: ";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cin &gt;&gt; valor;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while (valor &lt; 0 || valor &gt; 255) {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    cout &lt;&lt; "Valor invalido. Ingrese un valor entre 0 y 255: ";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    cin &gt;&gt; valor;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}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imagen[i][j] = valor;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}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}</a:t>
            </a:r>
            <a:endParaRPr sz="1100">
              <a:solidFill>
                <a:srgbClr val="383A4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900">
              <a:solidFill>
                <a:srgbClr val="383A42"/>
              </a:solidFill>
            </a:endParaRPr>
          </a:p>
        </p:txBody>
      </p:sp>
      <p:sp>
        <p:nvSpPr>
          <p:cNvPr id="167" name="Google Shape;167;p21"/>
          <p:cNvSpPr txBox="1"/>
          <p:nvPr>
            <p:ph idx="1" type="body"/>
          </p:nvPr>
        </p:nvSpPr>
        <p:spPr>
          <a:xfrm>
            <a:off x="311700" y="1152475"/>
            <a:ext cx="3643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Escriba un programa donde se cargaran valores enteros entre 0 y 255 que corresponden a una imagen de 8x8 pixeles. Se debe cargar </a:t>
            </a:r>
            <a:r>
              <a:rPr b="1" lang="es"/>
              <a:t>fila por fila</a:t>
            </a:r>
            <a:r>
              <a:rPr lang="es"/>
              <a:t>.</a:t>
            </a:r>
            <a:endParaRPr/>
          </a:p>
        </p:txBody>
      </p:sp>
      <p:graphicFrame>
        <p:nvGraphicFramePr>
          <p:cNvPr id="168" name="Google Shape;168;p21"/>
          <p:cNvGraphicFramePr/>
          <p:nvPr/>
        </p:nvGraphicFramePr>
        <p:xfrm>
          <a:off x="602200" y="270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{542E1412-822E-4932-8F38-1B27F9A9C3E6}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9" name="Google Shape;169;p21"/>
          <p:cNvSpPr/>
          <p:nvPr/>
        </p:nvSpPr>
        <p:spPr>
          <a:xfrm>
            <a:off x="4075575" y="1961714"/>
            <a:ext cx="432300" cy="128100"/>
          </a:xfrm>
          <a:prstGeom prst="homePlate">
            <a:avLst>
              <a:gd fmla="val 50000" name="adj"/>
            </a:avLst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" name="Google Shape;170;p21"/>
          <p:cNvSpPr/>
          <p:nvPr/>
        </p:nvSpPr>
        <p:spPr>
          <a:xfrm>
            <a:off x="96350" y="2796614"/>
            <a:ext cx="432300" cy="128100"/>
          </a:xfrm>
          <a:prstGeom prst="homePlate">
            <a:avLst>
              <a:gd fmla="val 50000" name="adj"/>
            </a:avLst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1" name="Google Shape;171;p21"/>
          <p:cNvSpPr/>
          <p:nvPr/>
        </p:nvSpPr>
        <p:spPr>
          <a:xfrm>
            <a:off x="4227975" y="2114114"/>
            <a:ext cx="432300" cy="128100"/>
          </a:xfrm>
          <a:prstGeom prst="homePlat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2" name="Google Shape;172;p21"/>
          <p:cNvSpPr/>
          <p:nvPr/>
        </p:nvSpPr>
        <p:spPr>
          <a:xfrm rot="5400000">
            <a:off x="684443" y="2507695"/>
            <a:ext cx="217500" cy="128100"/>
          </a:xfrm>
          <a:prstGeom prst="homePlat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Recorriendo arreglos</a:t>
            </a:r>
            <a:endParaRPr/>
          </a:p>
        </p:txBody>
      </p:sp>
      <p:sp>
        <p:nvSpPr>
          <p:cNvPr id="178" name="Google Shape;178;p22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79" name="Google Shape;179;p22"/>
          <p:cNvSpPr/>
          <p:nvPr/>
        </p:nvSpPr>
        <p:spPr>
          <a:xfrm rot="10800000">
            <a:off x="4307645" y="787650"/>
            <a:ext cx="4524600" cy="3812700"/>
          </a:xfrm>
          <a:prstGeom prst="round2SameRect">
            <a:avLst>
              <a:gd fmla="val 3153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</a:pPr>
            <a:r>
              <a:t/>
            </a:r>
            <a:endParaRPr b="0" i="0" sz="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2"/>
          <p:cNvSpPr/>
          <p:nvPr/>
        </p:nvSpPr>
        <p:spPr>
          <a:xfrm rot="10800000">
            <a:off x="4307700" y="497575"/>
            <a:ext cx="4524600" cy="390000"/>
          </a:xfrm>
          <a:prstGeom prst="round2SameRect">
            <a:avLst>
              <a:gd fmla="val 6272" name="adj1"/>
              <a:gd fmla="val 25195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2"/>
          <p:cNvSpPr/>
          <p:nvPr/>
        </p:nvSpPr>
        <p:spPr>
          <a:xfrm>
            <a:off x="4456145" y="570184"/>
            <a:ext cx="190500" cy="1905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2"/>
          <p:cNvSpPr/>
          <p:nvPr/>
        </p:nvSpPr>
        <p:spPr>
          <a:xfrm>
            <a:off x="4738006" y="570184"/>
            <a:ext cx="190500" cy="1905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2"/>
          <p:cNvSpPr/>
          <p:nvPr/>
        </p:nvSpPr>
        <p:spPr>
          <a:xfrm>
            <a:off x="5019866" y="570184"/>
            <a:ext cx="190500" cy="1905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2"/>
          <p:cNvSpPr txBox="1"/>
          <p:nvPr/>
        </p:nvSpPr>
        <p:spPr>
          <a:xfrm>
            <a:off x="4307605" y="839432"/>
            <a:ext cx="4524600" cy="3532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const int FILAS = 8;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const int COLUMNAS = 8;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int imagen[FILAS][COLUMNAS];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int valor;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for (int i = 0; i &lt; FILAS; i++) {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for (int j = 0; j &lt; COLUMNAS; j++) {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cout &lt;&lt; "Ingrese el valor del pixel ["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     &lt;&lt; i &lt;&lt; "][" &lt;&lt; j &lt;&lt; "] entre 0 y 255: ";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cin &gt;&gt; valor;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while (valor &lt; 0 || valor &gt; 255) {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    cout &lt;&lt; "Valor invalido. Ingrese un valor entre 0 y 255: ";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    cin &gt;&gt; valor;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}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imagen[i][j] = valor;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}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}</a:t>
            </a:r>
            <a:endParaRPr sz="1100">
              <a:solidFill>
                <a:srgbClr val="383A4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900">
              <a:solidFill>
                <a:srgbClr val="383A42"/>
              </a:solidFill>
            </a:endParaRPr>
          </a:p>
        </p:txBody>
      </p:sp>
      <p:sp>
        <p:nvSpPr>
          <p:cNvPr id="185" name="Google Shape;185;p22"/>
          <p:cNvSpPr txBox="1"/>
          <p:nvPr>
            <p:ph idx="1" type="body"/>
          </p:nvPr>
        </p:nvSpPr>
        <p:spPr>
          <a:xfrm>
            <a:off x="311700" y="1152475"/>
            <a:ext cx="3643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Escriba un programa donde se cargaran valores enteros entre 0 y 255 que corresponden a una imagen de 8x8 pixeles. Se debe cargar </a:t>
            </a:r>
            <a:r>
              <a:rPr b="1" lang="es"/>
              <a:t>fila por fila</a:t>
            </a:r>
            <a:r>
              <a:rPr lang="es"/>
              <a:t>.</a:t>
            </a:r>
            <a:endParaRPr/>
          </a:p>
        </p:txBody>
      </p:sp>
      <p:sp>
        <p:nvSpPr>
          <p:cNvPr id="186" name="Google Shape;186;p22"/>
          <p:cNvSpPr/>
          <p:nvPr/>
        </p:nvSpPr>
        <p:spPr>
          <a:xfrm>
            <a:off x="4075575" y="1961714"/>
            <a:ext cx="432300" cy="128100"/>
          </a:xfrm>
          <a:prstGeom prst="homePlate">
            <a:avLst>
              <a:gd fmla="val 50000" name="adj"/>
            </a:avLst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p22"/>
          <p:cNvSpPr/>
          <p:nvPr/>
        </p:nvSpPr>
        <p:spPr>
          <a:xfrm>
            <a:off x="96350" y="2796614"/>
            <a:ext cx="432300" cy="128100"/>
          </a:xfrm>
          <a:prstGeom prst="homePlate">
            <a:avLst>
              <a:gd fmla="val 50000" name="adj"/>
            </a:avLst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" name="Google Shape;188;p22"/>
          <p:cNvSpPr/>
          <p:nvPr/>
        </p:nvSpPr>
        <p:spPr>
          <a:xfrm>
            <a:off x="4227975" y="2114114"/>
            <a:ext cx="432300" cy="128100"/>
          </a:xfrm>
          <a:prstGeom prst="homePlat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9" name="Google Shape;189;p22"/>
          <p:cNvSpPr/>
          <p:nvPr/>
        </p:nvSpPr>
        <p:spPr>
          <a:xfrm rot="5400000">
            <a:off x="684443" y="2507695"/>
            <a:ext cx="217500" cy="128100"/>
          </a:xfrm>
          <a:prstGeom prst="homePlat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0" name="Google Shape;190;p22"/>
          <p:cNvSpPr/>
          <p:nvPr/>
        </p:nvSpPr>
        <p:spPr>
          <a:xfrm rot="5400000">
            <a:off x="1060767" y="2507695"/>
            <a:ext cx="217500" cy="128100"/>
          </a:xfrm>
          <a:prstGeom prst="homePlat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91" name="Google Shape;191;p22"/>
          <p:cNvGraphicFramePr/>
          <p:nvPr/>
        </p:nvGraphicFramePr>
        <p:xfrm>
          <a:off x="602200" y="270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{542E1412-822E-4932-8F38-1B27F9A9C3E6}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255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Recorriendo arreglos</a:t>
            </a:r>
            <a:endParaRPr/>
          </a:p>
        </p:txBody>
      </p:sp>
      <p:sp>
        <p:nvSpPr>
          <p:cNvPr id="197" name="Google Shape;197;p23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98" name="Google Shape;198;p23"/>
          <p:cNvSpPr/>
          <p:nvPr/>
        </p:nvSpPr>
        <p:spPr>
          <a:xfrm rot="10800000">
            <a:off x="4307645" y="787650"/>
            <a:ext cx="4524600" cy="3812700"/>
          </a:xfrm>
          <a:prstGeom prst="round2SameRect">
            <a:avLst>
              <a:gd fmla="val 3153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</a:pPr>
            <a:r>
              <a:t/>
            </a:r>
            <a:endParaRPr b="0" i="0" sz="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3"/>
          <p:cNvSpPr/>
          <p:nvPr/>
        </p:nvSpPr>
        <p:spPr>
          <a:xfrm rot="10800000">
            <a:off x="4307700" y="497575"/>
            <a:ext cx="4524600" cy="390000"/>
          </a:xfrm>
          <a:prstGeom prst="round2SameRect">
            <a:avLst>
              <a:gd fmla="val 6272" name="adj1"/>
              <a:gd fmla="val 25195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3"/>
          <p:cNvSpPr/>
          <p:nvPr/>
        </p:nvSpPr>
        <p:spPr>
          <a:xfrm>
            <a:off x="4456145" y="570184"/>
            <a:ext cx="190500" cy="1905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3"/>
          <p:cNvSpPr/>
          <p:nvPr/>
        </p:nvSpPr>
        <p:spPr>
          <a:xfrm>
            <a:off x="4738006" y="570184"/>
            <a:ext cx="190500" cy="1905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3"/>
          <p:cNvSpPr/>
          <p:nvPr/>
        </p:nvSpPr>
        <p:spPr>
          <a:xfrm>
            <a:off x="5019866" y="570184"/>
            <a:ext cx="190500" cy="1905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3"/>
          <p:cNvSpPr txBox="1"/>
          <p:nvPr/>
        </p:nvSpPr>
        <p:spPr>
          <a:xfrm>
            <a:off x="4307605" y="839432"/>
            <a:ext cx="4524600" cy="3532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const int FILAS = 8;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const int COLUMNAS = 8;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int imagen[FILAS][COLUMNAS];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int valor;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for (int i = 0; i &lt; FILAS; i++) {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for (int j = 0; j &lt; COLUMNAS; j++) {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cout &lt;&lt; "Ingrese el valor del pixel ["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     &lt;&lt; i &lt;&lt; "][" &lt;&lt; j &lt;&lt; "] entre 0 y 255: ";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cin &gt;&gt; valor;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while (valor &lt; 0 || valor &gt; 255) {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    cout &lt;&lt; "Valor invalido. Ingrese un valor entre 0 y 255: ";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    cin &gt;&gt; valor;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}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imagen[i][j] = valor;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}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}</a:t>
            </a:r>
            <a:endParaRPr sz="1100">
              <a:solidFill>
                <a:srgbClr val="383A4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900">
              <a:solidFill>
                <a:srgbClr val="383A42"/>
              </a:solidFill>
            </a:endParaRPr>
          </a:p>
        </p:txBody>
      </p:sp>
      <p:sp>
        <p:nvSpPr>
          <p:cNvPr id="204" name="Google Shape;204;p23"/>
          <p:cNvSpPr txBox="1"/>
          <p:nvPr>
            <p:ph idx="1" type="body"/>
          </p:nvPr>
        </p:nvSpPr>
        <p:spPr>
          <a:xfrm>
            <a:off x="311700" y="1152475"/>
            <a:ext cx="3643800" cy="131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Escriba un programa donde se cargaran valores enteros entre 0 y 255 que corresponden a una imagen de 8x8 pixeles. Se debe cargar </a:t>
            </a:r>
            <a:r>
              <a:rPr b="1" lang="es"/>
              <a:t>fila por fila</a:t>
            </a:r>
            <a:r>
              <a:rPr lang="es"/>
              <a:t>.</a:t>
            </a:r>
            <a:endParaRPr/>
          </a:p>
        </p:txBody>
      </p:sp>
      <p:sp>
        <p:nvSpPr>
          <p:cNvPr id="205" name="Google Shape;205;p23"/>
          <p:cNvSpPr/>
          <p:nvPr/>
        </p:nvSpPr>
        <p:spPr>
          <a:xfrm>
            <a:off x="4075575" y="1961714"/>
            <a:ext cx="432300" cy="128100"/>
          </a:xfrm>
          <a:prstGeom prst="homePlate">
            <a:avLst>
              <a:gd fmla="val 50000" name="adj"/>
            </a:avLst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6" name="Google Shape;206;p23"/>
          <p:cNvSpPr/>
          <p:nvPr/>
        </p:nvSpPr>
        <p:spPr>
          <a:xfrm>
            <a:off x="96350" y="2796614"/>
            <a:ext cx="432300" cy="128100"/>
          </a:xfrm>
          <a:prstGeom prst="homePlate">
            <a:avLst>
              <a:gd fmla="val 50000" name="adj"/>
            </a:avLst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" name="Google Shape;207;p23"/>
          <p:cNvSpPr/>
          <p:nvPr/>
        </p:nvSpPr>
        <p:spPr>
          <a:xfrm>
            <a:off x="4227975" y="2114114"/>
            <a:ext cx="432300" cy="128100"/>
          </a:xfrm>
          <a:prstGeom prst="homePlat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8" name="Google Shape;208;p23"/>
          <p:cNvSpPr/>
          <p:nvPr/>
        </p:nvSpPr>
        <p:spPr>
          <a:xfrm rot="5400000">
            <a:off x="684443" y="2507695"/>
            <a:ext cx="217500" cy="128100"/>
          </a:xfrm>
          <a:prstGeom prst="homePlat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9" name="Google Shape;209;p23"/>
          <p:cNvSpPr/>
          <p:nvPr/>
        </p:nvSpPr>
        <p:spPr>
          <a:xfrm rot="5400000">
            <a:off x="1060767" y="2507695"/>
            <a:ext cx="217500" cy="128100"/>
          </a:xfrm>
          <a:prstGeom prst="homePlat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0" name="Google Shape;210;p23"/>
          <p:cNvSpPr/>
          <p:nvPr/>
        </p:nvSpPr>
        <p:spPr>
          <a:xfrm rot="5400000">
            <a:off x="1437092" y="2507695"/>
            <a:ext cx="217500" cy="128100"/>
          </a:xfrm>
          <a:prstGeom prst="homePlat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1" name="Google Shape;211;p23"/>
          <p:cNvSpPr/>
          <p:nvPr/>
        </p:nvSpPr>
        <p:spPr>
          <a:xfrm rot="5400000">
            <a:off x="1813417" y="2507695"/>
            <a:ext cx="217500" cy="128100"/>
          </a:xfrm>
          <a:prstGeom prst="homePlat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2" name="Google Shape;212;p23"/>
          <p:cNvSpPr/>
          <p:nvPr/>
        </p:nvSpPr>
        <p:spPr>
          <a:xfrm rot="5400000">
            <a:off x="2189742" y="2507695"/>
            <a:ext cx="217500" cy="128100"/>
          </a:xfrm>
          <a:prstGeom prst="homePlat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3" name="Google Shape;213;p23"/>
          <p:cNvSpPr/>
          <p:nvPr/>
        </p:nvSpPr>
        <p:spPr>
          <a:xfrm rot="5400000">
            <a:off x="2566067" y="2507695"/>
            <a:ext cx="217500" cy="128100"/>
          </a:xfrm>
          <a:prstGeom prst="homePlat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4" name="Google Shape;214;p23"/>
          <p:cNvSpPr/>
          <p:nvPr/>
        </p:nvSpPr>
        <p:spPr>
          <a:xfrm rot="5400000">
            <a:off x="3350767" y="2507695"/>
            <a:ext cx="217500" cy="128100"/>
          </a:xfrm>
          <a:prstGeom prst="homePlat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5" name="Google Shape;215;p23"/>
          <p:cNvSpPr/>
          <p:nvPr/>
        </p:nvSpPr>
        <p:spPr>
          <a:xfrm rot="5400000">
            <a:off x="2958417" y="2507695"/>
            <a:ext cx="217500" cy="128100"/>
          </a:xfrm>
          <a:prstGeom prst="homePlat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16" name="Google Shape;216;p23"/>
          <p:cNvGraphicFramePr/>
          <p:nvPr/>
        </p:nvGraphicFramePr>
        <p:xfrm>
          <a:off x="602200" y="270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{542E1412-822E-4932-8F38-1B27F9A9C3E6}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255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255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255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255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Recorriendo arreglos</a:t>
            </a:r>
            <a:endParaRPr/>
          </a:p>
        </p:txBody>
      </p:sp>
      <p:sp>
        <p:nvSpPr>
          <p:cNvPr id="222" name="Google Shape;222;p24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23" name="Google Shape;223;p24"/>
          <p:cNvSpPr/>
          <p:nvPr/>
        </p:nvSpPr>
        <p:spPr>
          <a:xfrm rot="10800000">
            <a:off x="4307645" y="787650"/>
            <a:ext cx="4524600" cy="3812700"/>
          </a:xfrm>
          <a:prstGeom prst="round2SameRect">
            <a:avLst>
              <a:gd fmla="val 3153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</a:pPr>
            <a:r>
              <a:t/>
            </a:r>
            <a:endParaRPr b="0" i="0" sz="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4"/>
          <p:cNvSpPr/>
          <p:nvPr/>
        </p:nvSpPr>
        <p:spPr>
          <a:xfrm rot="10800000">
            <a:off x="4307700" y="497575"/>
            <a:ext cx="4524600" cy="390000"/>
          </a:xfrm>
          <a:prstGeom prst="round2SameRect">
            <a:avLst>
              <a:gd fmla="val 6272" name="adj1"/>
              <a:gd fmla="val 25195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4"/>
          <p:cNvSpPr/>
          <p:nvPr/>
        </p:nvSpPr>
        <p:spPr>
          <a:xfrm>
            <a:off x="4456145" y="570184"/>
            <a:ext cx="190500" cy="1905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4"/>
          <p:cNvSpPr/>
          <p:nvPr/>
        </p:nvSpPr>
        <p:spPr>
          <a:xfrm>
            <a:off x="4738006" y="570184"/>
            <a:ext cx="190500" cy="1905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4"/>
          <p:cNvSpPr/>
          <p:nvPr/>
        </p:nvSpPr>
        <p:spPr>
          <a:xfrm>
            <a:off x="5019866" y="570184"/>
            <a:ext cx="190500" cy="1905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4"/>
          <p:cNvSpPr txBox="1"/>
          <p:nvPr/>
        </p:nvSpPr>
        <p:spPr>
          <a:xfrm>
            <a:off x="4307605" y="839432"/>
            <a:ext cx="4524600" cy="3532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const int FILAS = 8;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const int COLUMNAS = 8;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int imagen[FILAS][COLUMNAS];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int valor;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for (int i = 0; i &lt; FILAS; i++) {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for (int j = 0; j &lt; COLUMNAS; j++) {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cout &lt;&lt; "Ingrese el valor del pixel ["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     &lt;&lt; i &lt;&lt; "][" &lt;&lt; j &lt;&lt; "] entre 0 y 255: ";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cin &gt;&gt; valor;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while (valor &lt; 0 || valor &gt; 255) {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    cout &lt;&lt; "Valor invalido. Ingrese un valor entre 0 y 255: ";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    cin &gt;&gt; valor;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}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imagen[i][j] = valor;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}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}</a:t>
            </a:r>
            <a:endParaRPr sz="1100">
              <a:solidFill>
                <a:srgbClr val="383A4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900">
              <a:solidFill>
                <a:srgbClr val="383A42"/>
              </a:solidFill>
            </a:endParaRPr>
          </a:p>
        </p:txBody>
      </p:sp>
      <p:sp>
        <p:nvSpPr>
          <p:cNvPr id="229" name="Google Shape;229;p24"/>
          <p:cNvSpPr txBox="1"/>
          <p:nvPr>
            <p:ph idx="1" type="body"/>
          </p:nvPr>
        </p:nvSpPr>
        <p:spPr>
          <a:xfrm>
            <a:off x="311700" y="1152475"/>
            <a:ext cx="3643800" cy="131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Escriba un programa donde se cargaran valores enteros entre 0 y 255 que corresponden a una imagen de 8x8 pixeles. Se debe cargar </a:t>
            </a:r>
            <a:r>
              <a:rPr b="1" lang="es"/>
              <a:t>fila por fila</a:t>
            </a:r>
            <a:r>
              <a:rPr lang="es"/>
              <a:t>.</a:t>
            </a:r>
            <a:endParaRPr/>
          </a:p>
        </p:txBody>
      </p:sp>
      <p:sp>
        <p:nvSpPr>
          <p:cNvPr id="230" name="Google Shape;230;p24"/>
          <p:cNvSpPr/>
          <p:nvPr/>
        </p:nvSpPr>
        <p:spPr>
          <a:xfrm>
            <a:off x="4075575" y="1961714"/>
            <a:ext cx="432300" cy="128100"/>
          </a:xfrm>
          <a:prstGeom prst="homePlate">
            <a:avLst>
              <a:gd fmla="val 50000" name="adj"/>
            </a:avLst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1" name="Google Shape;231;p24"/>
          <p:cNvSpPr/>
          <p:nvPr/>
        </p:nvSpPr>
        <p:spPr>
          <a:xfrm>
            <a:off x="96350" y="3056589"/>
            <a:ext cx="432300" cy="128100"/>
          </a:xfrm>
          <a:prstGeom prst="homePlate">
            <a:avLst>
              <a:gd fmla="val 50000" name="adj"/>
            </a:avLst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2" name="Google Shape;232;p24"/>
          <p:cNvSpPr/>
          <p:nvPr/>
        </p:nvSpPr>
        <p:spPr>
          <a:xfrm>
            <a:off x="4227975" y="2114114"/>
            <a:ext cx="432300" cy="128100"/>
          </a:xfrm>
          <a:prstGeom prst="homePlat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3" name="Google Shape;233;p24"/>
          <p:cNvSpPr/>
          <p:nvPr/>
        </p:nvSpPr>
        <p:spPr>
          <a:xfrm rot="5400000">
            <a:off x="684443" y="2507695"/>
            <a:ext cx="217500" cy="128100"/>
          </a:xfrm>
          <a:prstGeom prst="homePlat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34" name="Google Shape;234;p24"/>
          <p:cNvGraphicFramePr/>
          <p:nvPr/>
        </p:nvGraphicFramePr>
        <p:xfrm>
          <a:off x="602200" y="270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{542E1412-822E-4932-8F38-1B27F9A9C3E6}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255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255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255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255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Recorriendo arreglos</a:t>
            </a:r>
            <a:endParaRPr/>
          </a:p>
        </p:txBody>
      </p:sp>
      <p:sp>
        <p:nvSpPr>
          <p:cNvPr id="240" name="Google Shape;240;p25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41" name="Google Shape;241;p25"/>
          <p:cNvSpPr/>
          <p:nvPr/>
        </p:nvSpPr>
        <p:spPr>
          <a:xfrm rot="10800000">
            <a:off x="4307645" y="787650"/>
            <a:ext cx="4524600" cy="3812700"/>
          </a:xfrm>
          <a:prstGeom prst="round2SameRect">
            <a:avLst>
              <a:gd fmla="val 3153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</a:pPr>
            <a:r>
              <a:t/>
            </a:r>
            <a:endParaRPr b="0" i="0" sz="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5"/>
          <p:cNvSpPr/>
          <p:nvPr/>
        </p:nvSpPr>
        <p:spPr>
          <a:xfrm rot="10800000">
            <a:off x="4307700" y="497575"/>
            <a:ext cx="4524600" cy="390000"/>
          </a:xfrm>
          <a:prstGeom prst="round2SameRect">
            <a:avLst>
              <a:gd fmla="val 6272" name="adj1"/>
              <a:gd fmla="val 25195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5"/>
          <p:cNvSpPr/>
          <p:nvPr/>
        </p:nvSpPr>
        <p:spPr>
          <a:xfrm>
            <a:off x="4456145" y="570184"/>
            <a:ext cx="190500" cy="1905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5"/>
          <p:cNvSpPr/>
          <p:nvPr/>
        </p:nvSpPr>
        <p:spPr>
          <a:xfrm>
            <a:off x="4738006" y="570184"/>
            <a:ext cx="190500" cy="1905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5"/>
          <p:cNvSpPr/>
          <p:nvPr/>
        </p:nvSpPr>
        <p:spPr>
          <a:xfrm>
            <a:off x="5019866" y="570184"/>
            <a:ext cx="190500" cy="1905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5"/>
          <p:cNvSpPr txBox="1"/>
          <p:nvPr/>
        </p:nvSpPr>
        <p:spPr>
          <a:xfrm>
            <a:off x="4307605" y="839432"/>
            <a:ext cx="4524600" cy="3532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const int FILAS = 8;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const int COLUMNAS = 8;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int imagen[FILAS][COLUMNAS];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int valor;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for (int i = 0; i &lt; FILAS; i++) {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for (int j = 0; j &lt; COLUMNAS; j++) {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cout &lt;&lt; "Ingrese el valor del pixel ["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     &lt;&lt; i &lt;&lt; "][" &lt;&lt; j &lt;&lt; "] entre 0 y 255: ";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cin &gt;&gt; valor;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while (valor &lt; 0 || valor &gt; 255) {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    cout &lt;&lt; "Valor invalido. Ingrese un valor entre 0 y 255: ";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    cin &gt;&gt; valor;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}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imagen[i][j] = valor;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}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}</a:t>
            </a:r>
            <a:endParaRPr sz="1100">
              <a:solidFill>
                <a:srgbClr val="383A4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900">
              <a:solidFill>
                <a:srgbClr val="383A42"/>
              </a:solidFill>
            </a:endParaRPr>
          </a:p>
        </p:txBody>
      </p:sp>
      <p:sp>
        <p:nvSpPr>
          <p:cNvPr id="247" name="Google Shape;247;p25"/>
          <p:cNvSpPr txBox="1"/>
          <p:nvPr>
            <p:ph idx="1" type="body"/>
          </p:nvPr>
        </p:nvSpPr>
        <p:spPr>
          <a:xfrm>
            <a:off x="311700" y="1152475"/>
            <a:ext cx="3643800" cy="131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Escriba un programa donde se cargaran valores enteros entre 0 y 255 que corresponden a una imagen de 8x8 pixeles. Se debe cargar </a:t>
            </a:r>
            <a:r>
              <a:rPr b="1" lang="es"/>
              <a:t>fila por fila</a:t>
            </a:r>
            <a:r>
              <a:rPr lang="es"/>
              <a:t>.</a:t>
            </a:r>
            <a:endParaRPr/>
          </a:p>
        </p:txBody>
      </p:sp>
      <p:sp>
        <p:nvSpPr>
          <p:cNvPr id="248" name="Google Shape;248;p25"/>
          <p:cNvSpPr/>
          <p:nvPr/>
        </p:nvSpPr>
        <p:spPr>
          <a:xfrm>
            <a:off x="4075575" y="1961714"/>
            <a:ext cx="432300" cy="128100"/>
          </a:xfrm>
          <a:prstGeom prst="homePlate">
            <a:avLst>
              <a:gd fmla="val 50000" name="adj"/>
            </a:avLst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9" name="Google Shape;249;p25"/>
          <p:cNvSpPr/>
          <p:nvPr/>
        </p:nvSpPr>
        <p:spPr>
          <a:xfrm>
            <a:off x="96350" y="3056589"/>
            <a:ext cx="432300" cy="128100"/>
          </a:xfrm>
          <a:prstGeom prst="homePlate">
            <a:avLst>
              <a:gd fmla="val 50000" name="adj"/>
            </a:avLst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0" name="Google Shape;250;p25"/>
          <p:cNvSpPr/>
          <p:nvPr/>
        </p:nvSpPr>
        <p:spPr>
          <a:xfrm>
            <a:off x="4227975" y="2114114"/>
            <a:ext cx="432300" cy="128100"/>
          </a:xfrm>
          <a:prstGeom prst="homePlat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1" name="Google Shape;251;p25"/>
          <p:cNvSpPr/>
          <p:nvPr/>
        </p:nvSpPr>
        <p:spPr>
          <a:xfrm rot="5400000">
            <a:off x="684443" y="2507695"/>
            <a:ext cx="217500" cy="128100"/>
          </a:xfrm>
          <a:prstGeom prst="homePlat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52" name="Google Shape;252;p25"/>
          <p:cNvGraphicFramePr/>
          <p:nvPr/>
        </p:nvGraphicFramePr>
        <p:xfrm>
          <a:off x="602200" y="270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{542E1412-822E-4932-8F38-1B27F9A9C3E6}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255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255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255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255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255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53" name="Google Shape;253;p25"/>
          <p:cNvSpPr/>
          <p:nvPr/>
        </p:nvSpPr>
        <p:spPr>
          <a:xfrm rot="5400000">
            <a:off x="1060767" y="2507695"/>
            <a:ext cx="217500" cy="128100"/>
          </a:xfrm>
          <a:prstGeom prst="homePlat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Recorriendo arreglos</a:t>
            </a:r>
            <a:endParaRPr/>
          </a:p>
        </p:txBody>
      </p:sp>
      <p:sp>
        <p:nvSpPr>
          <p:cNvPr id="259" name="Google Shape;259;p26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60" name="Google Shape;260;p26"/>
          <p:cNvSpPr/>
          <p:nvPr/>
        </p:nvSpPr>
        <p:spPr>
          <a:xfrm rot="10800000">
            <a:off x="4307645" y="787650"/>
            <a:ext cx="4524600" cy="3812700"/>
          </a:xfrm>
          <a:prstGeom prst="round2SameRect">
            <a:avLst>
              <a:gd fmla="val 3153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</a:pPr>
            <a:r>
              <a:t/>
            </a:r>
            <a:endParaRPr b="0" i="0" sz="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6"/>
          <p:cNvSpPr/>
          <p:nvPr/>
        </p:nvSpPr>
        <p:spPr>
          <a:xfrm rot="10800000">
            <a:off x="4307700" y="497575"/>
            <a:ext cx="4524600" cy="390000"/>
          </a:xfrm>
          <a:prstGeom prst="round2SameRect">
            <a:avLst>
              <a:gd fmla="val 6272" name="adj1"/>
              <a:gd fmla="val 25195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6"/>
          <p:cNvSpPr/>
          <p:nvPr/>
        </p:nvSpPr>
        <p:spPr>
          <a:xfrm>
            <a:off x="4456145" y="570184"/>
            <a:ext cx="190500" cy="1905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6"/>
          <p:cNvSpPr/>
          <p:nvPr/>
        </p:nvSpPr>
        <p:spPr>
          <a:xfrm>
            <a:off x="4738006" y="570184"/>
            <a:ext cx="190500" cy="1905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6"/>
          <p:cNvSpPr/>
          <p:nvPr/>
        </p:nvSpPr>
        <p:spPr>
          <a:xfrm>
            <a:off x="5019866" y="570184"/>
            <a:ext cx="190500" cy="1905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6"/>
          <p:cNvSpPr txBox="1"/>
          <p:nvPr/>
        </p:nvSpPr>
        <p:spPr>
          <a:xfrm>
            <a:off x="4307605" y="839432"/>
            <a:ext cx="4524600" cy="3532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const int FILAS = 8;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const int COLUMNAS = 8;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int imagen[FILAS][COLUMNAS];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int valor;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for (int i = 0; i &lt; FILAS; i++) {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for (int j = 0; j &lt; COLUMNAS; j++) {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cout &lt;&lt; "Ingrese el valor del pixel ["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     &lt;&lt; i &lt;&lt; "][" &lt;&lt; j &lt;&lt; "] entre 0 y 255: ";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cin &gt;&gt; valor;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while (valor &lt; 0 || valor &gt; 255) {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    cout &lt;&lt; "Valor invalido. Ingrese un valor entre 0 y 255: ";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    cin &gt;&gt; valor;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}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imagen[i][j] = valor;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}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}</a:t>
            </a:r>
            <a:endParaRPr sz="1100">
              <a:solidFill>
                <a:srgbClr val="383A4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900">
              <a:solidFill>
                <a:srgbClr val="383A42"/>
              </a:solidFill>
            </a:endParaRPr>
          </a:p>
        </p:txBody>
      </p:sp>
      <p:sp>
        <p:nvSpPr>
          <p:cNvPr id="266" name="Google Shape;266;p26"/>
          <p:cNvSpPr txBox="1"/>
          <p:nvPr>
            <p:ph idx="1" type="body"/>
          </p:nvPr>
        </p:nvSpPr>
        <p:spPr>
          <a:xfrm>
            <a:off x="311700" y="1152475"/>
            <a:ext cx="3643800" cy="131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Escriba un programa donde se cargaran valores enteros entre 0 y 255 que corresponden a una imagen de 8x8 pixeles. Se debe cargar </a:t>
            </a:r>
            <a:r>
              <a:rPr b="1" lang="es"/>
              <a:t>fila por fila</a:t>
            </a:r>
            <a:r>
              <a:rPr lang="es"/>
              <a:t>.</a:t>
            </a:r>
            <a:endParaRPr/>
          </a:p>
        </p:txBody>
      </p:sp>
      <p:sp>
        <p:nvSpPr>
          <p:cNvPr id="267" name="Google Shape;267;p26"/>
          <p:cNvSpPr/>
          <p:nvPr/>
        </p:nvSpPr>
        <p:spPr>
          <a:xfrm>
            <a:off x="4075575" y="1961714"/>
            <a:ext cx="432300" cy="128100"/>
          </a:xfrm>
          <a:prstGeom prst="homePlate">
            <a:avLst>
              <a:gd fmla="val 50000" name="adj"/>
            </a:avLst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8" name="Google Shape;268;p26"/>
          <p:cNvSpPr/>
          <p:nvPr/>
        </p:nvSpPr>
        <p:spPr>
          <a:xfrm>
            <a:off x="96350" y="3056589"/>
            <a:ext cx="432300" cy="128100"/>
          </a:xfrm>
          <a:prstGeom prst="homePlate">
            <a:avLst>
              <a:gd fmla="val 50000" name="adj"/>
            </a:avLst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9" name="Google Shape;269;p26"/>
          <p:cNvSpPr/>
          <p:nvPr/>
        </p:nvSpPr>
        <p:spPr>
          <a:xfrm>
            <a:off x="4227975" y="2114114"/>
            <a:ext cx="432300" cy="128100"/>
          </a:xfrm>
          <a:prstGeom prst="homePlat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0" name="Google Shape;270;p26"/>
          <p:cNvSpPr/>
          <p:nvPr/>
        </p:nvSpPr>
        <p:spPr>
          <a:xfrm rot="5400000">
            <a:off x="684443" y="2507695"/>
            <a:ext cx="217500" cy="128100"/>
          </a:xfrm>
          <a:prstGeom prst="homePlat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71" name="Google Shape;271;p26"/>
          <p:cNvGraphicFramePr/>
          <p:nvPr/>
        </p:nvGraphicFramePr>
        <p:xfrm>
          <a:off x="602200" y="270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{542E1412-822E-4932-8F38-1B27F9A9C3E6}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255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255</a:t>
                      </a:r>
                      <a:endParaRPr b="1" sz="6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255</a:t>
                      </a:r>
                      <a:endParaRPr b="1" sz="6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255</a:t>
                      </a:r>
                      <a:endParaRPr b="1" sz="6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255</a:t>
                      </a:r>
                      <a:endParaRPr b="1" sz="600"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255</a:t>
                      </a:r>
                      <a:endParaRPr b="1" sz="6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255</a:t>
                      </a:r>
                      <a:endParaRPr b="1" sz="6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255</a:t>
                      </a:r>
                      <a:endParaRPr b="1" sz="6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72" name="Google Shape;272;p26"/>
          <p:cNvSpPr/>
          <p:nvPr/>
        </p:nvSpPr>
        <p:spPr>
          <a:xfrm rot="5400000">
            <a:off x="1060767" y="2507695"/>
            <a:ext cx="217500" cy="128100"/>
          </a:xfrm>
          <a:prstGeom prst="homePlat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3" name="Google Shape;273;p26"/>
          <p:cNvSpPr/>
          <p:nvPr/>
        </p:nvSpPr>
        <p:spPr>
          <a:xfrm rot="5400000">
            <a:off x="1437092" y="2507695"/>
            <a:ext cx="217500" cy="128100"/>
          </a:xfrm>
          <a:prstGeom prst="homePlat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4" name="Google Shape;274;p26"/>
          <p:cNvSpPr/>
          <p:nvPr/>
        </p:nvSpPr>
        <p:spPr>
          <a:xfrm rot="5400000">
            <a:off x="1813417" y="2507695"/>
            <a:ext cx="217500" cy="128100"/>
          </a:xfrm>
          <a:prstGeom prst="homePlat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5" name="Google Shape;275;p26"/>
          <p:cNvSpPr/>
          <p:nvPr/>
        </p:nvSpPr>
        <p:spPr>
          <a:xfrm rot="5400000">
            <a:off x="2189742" y="2507695"/>
            <a:ext cx="217500" cy="128100"/>
          </a:xfrm>
          <a:prstGeom prst="homePlat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6" name="Google Shape;276;p26"/>
          <p:cNvSpPr/>
          <p:nvPr/>
        </p:nvSpPr>
        <p:spPr>
          <a:xfrm rot="5400000">
            <a:off x="2566067" y="2507695"/>
            <a:ext cx="217500" cy="128100"/>
          </a:xfrm>
          <a:prstGeom prst="homePlat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7" name="Google Shape;277;p26"/>
          <p:cNvSpPr/>
          <p:nvPr/>
        </p:nvSpPr>
        <p:spPr>
          <a:xfrm rot="5400000">
            <a:off x="3350767" y="2507695"/>
            <a:ext cx="217500" cy="128100"/>
          </a:xfrm>
          <a:prstGeom prst="homePlat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8" name="Google Shape;278;p26"/>
          <p:cNvSpPr/>
          <p:nvPr/>
        </p:nvSpPr>
        <p:spPr>
          <a:xfrm rot="5400000">
            <a:off x="2958417" y="2507695"/>
            <a:ext cx="217500" cy="128100"/>
          </a:xfrm>
          <a:prstGeom prst="homePlat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Recorriendo arreglos</a:t>
            </a:r>
            <a:endParaRPr/>
          </a:p>
        </p:txBody>
      </p:sp>
      <p:sp>
        <p:nvSpPr>
          <p:cNvPr id="284" name="Google Shape;284;p27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85" name="Google Shape;285;p27"/>
          <p:cNvSpPr/>
          <p:nvPr/>
        </p:nvSpPr>
        <p:spPr>
          <a:xfrm rot="10800000">
            <a:off x="4307645" y="787650"/>
            <a:ext cx="4524600" cy="3812700"/>
          </a:xfrm>
          <a:prstGeom prst="round2SameRect">
            <a:avLst>
              <a:gd fmla="val 3153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</a:pPr>
            <a:r>
              <a:t/>
            </a:r>
            <a:endParaRPr b="0" i="0" sz="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7"/>
          <p:cNvSpPr/>
          <p:nvPr/>
        </p:nvSpPr>
        <p:spPr>
          <a:xfrm rot="10800000">
            <a:off x="4307700" y="497575"/>
            <a:ext cx="4524600" cy="390000"/>
          </a:xfrm>
          <a:prstGeom prst="round2SameRect">
            <a:avLst>
              <a:gd fmla="val 6272" name="adj1"/>
              <a:gd fmla="val 25195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7"/>
          <p:cNvSpPr/>
          <p:nvPr/>
        </p:nvSpPr>
        <p:spPr>
          <a:xfrm>
            <a:off x="4456145" y="570184"/>
            <a:ext cx="190500" cy="1905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7"/>
          <p:cNvSpPr/>
          <p:nvPr/>
        </p:nvSpPr>
        <p:spPr>
          <a:xfrm>
            <a:off x="4738006" y="570184"/>
            <a:ext cx="190500" cy="1905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7"/>
          <p:cNvSpPr/>
          <p:nvPr/>
        </p:nvSpPr>
        <p:spPr>
          <a:xfrm>
            <a:off x="5019866" y="570184"/>
            <a:ext cx="190500" cy="1905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7"/>
          <p:cNvSpPr txBox="1"/>
          <p:nvPr/>
        </p:nvSpPr>
        <p:spPr>
          <a:xfrm>
            <a:off x="4307605" y="839432"/>
            <a:ext cx="4524600" cy="3532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const int FILAS = 8;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const int COLUMNAS = 8;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int imagen[FILAS][COLUMNAS];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int valor;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for (int i = 0; i &lt; FILAS; i++) {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for (int j = 0; j &lt; COLUMNAS; j++) {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cout &lt;&lt; "Ingrese el valor del pixel ["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     &lt;&lt; i &lt;&lt; "][" &lt;&lt; j &lt;&lt; "] entre 0 y 255: ";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cin &gt;&gt; valor;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while (valor &lt; 0 || valor &gt; 255) {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    cout &lt;&lt; "Valor invalido. Ingrese un valor entre 0 y 255: ";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    cin &gt;&gt; valor;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}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imagen[i][j] = valor;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}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}</a:t>
            </a:r>
            <a:endParaRPr sz="1100">
              <a:solidFill>
                <a:srgbClr val="383A4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900">
              <a:solidFill>
                <a:srgbClr val="383A42"/>
              </a:solidFill>
            </a:endParaRPr>
          </a:p>
        </p:txBody>
      </p:sp>
      <p:sp>
        <p:nvSpPr>
          <p:cNvPr id="291" name="Google Shape;291;p27"/>
          <p:cNvSpPr txBox="1"/>
          <p:nvPr>
            <p:ph idx="1" type="body"/>
          </p:nvPr>
        </p:nvSpPr>
        <p:spPr>
          <a:xfrm>
            <a:off x="311700" y="1152475"/>
            <a:ext cx="3643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Escriba un programa donde se cargaran valores enteros entre 0 y 255 que corresponden a una imagen de 8x8 pixeles. Se debe cargar </a:t>
            </a:r>
            <a:r>
              <a:rPr b="1" lang="es"/>
              <a:t>fila por fila</a:t>
            </a:r>
            <a:r>
              <a:rPr lang="es"/>
              <a:t>.</a:t>
            </a:r>
            <a:endParaRPr/>
          </a:p>
        </p:txBody>
      </p:sp>
      <p:sp>
        <p:nvSpPr>
          <p:cNvPr id="292" name="Google Shape;292;p27"/>
          <p:cNvSpPr/>
          <p:nvPr/>
        </p:nvSpPr>
        <p:spPr>
          <a:xfrm>
            <a:off x="4075575" y="1961714"/>
            <a:ext cx="432300" cy="128100"/>
          </a:xfrm>
          <a:prstGeom prst="homePlate">
            <a:avLst>
              <a:gd fmla="val 50000" name="adj"/>
            </a:avLst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3" name="Google Shape;293;p27"/>
          <p:cNvSpPr/>
          <p:nvPr/>
        </p:nvSpPr>
        <p:spPr>
          <a:xfrm>
            <a:off x="96350" y="4734639"/>
            <a:ext cx="432300" cy="128100"/>
          </a:xfrm>
          <a:prstGeom prst="homePlate">
            <a:avLst>
              <a:gd fmla="val 50000" name="adj"/>
            </a:avLst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4" name="Google Shape;294;p27"/>
          <p:cNvSpPr/>
          <p:nvPr/>
        </p:nvSpPr>
        <p:spPr>
          <a:xfrm>
            <a:off x="4227975" y="2114114"/>
            <a:ext cx="432300" cy="128100"/>
          </a:xfrm>
          <a:prstGeom prst="homePlat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5" name="Google Shape;295;p27"/>
          <p:cNvSpPr/>
          <p:nvPr/>
        </p:nvSpPr>
        <p:spPr>
          <a:xfrm rot="5400000">
            <a:off x="684443" y="2507695"/>
            <a:ext cx="217500" cy="128100"/>
          </a:xfrm>
          <a:prstGeom prst="homePlat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6" name="Google Shape;296;p27"/>
          <p:cNvSpPr/>
          <p:nvPr/>
        </p:nvSpPr>
        <p:spPr>
          <a:xfrm rot="5400000">
            <a:off x="1060767" y="2507695"/>
            <a:ext cx="217500" cy="128100"/>
          </a:xfrm>
          <a:prstGeom prst="homePlat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7" name="Google Shape;297;p27"/>
          <p:cNvSpPr/>
          <p:nvPr/>
        </p:nvSpPr>
        <p:spPr>
          <a:xfrm rot="5400000">
            <a:off x="1437092" y="2507695"/>
            <a:ext cx="217500" cy="128100"/>
          </a:xfrm>
          <a:prstGeom prst="homePlat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8" name="Google Shape;298;p27"/>
          <p:cNvSpPr/>
          <p:nvPr/>
        </p:nvSpPr>
        <p:spPr>
          <a:xfrm rot="5400000">
            <a:off x="1813417" y="2507695"/>
            <a:ext cx="217500" cy="128100"/>
          </a:xfrm>
          <a:prstGeom prst="homePlat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9" name="Google Shape;299;p27"/>
          <p:cNvSpPr/>
          <p:nvPr/>
        </p:nvSpPr>
        <p:spPr>
          <a:xfrm rot="5400000">
            <a:off x="2189742" y="2507695"/>
            <a:ext cx="217500" cy="128100"/>
          </a:xfrm>
          <a:prstGeom prst="homePlat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0" name="Google Shape;300;p27"/>
          <p:cNvSpPr/>
          <p:nvPr/>
        </p:nvSpPr>
        <p:spPr>
          <a:xfrm rot="5400000">
            <a:off x="2566067" y="2507695"/>
            <a:ext cx="217500" cy="128100"/>
          </a:xfrm>
          <a:prstGeom prst="homePlat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1" name="Google Shape;301;p27"/>
          <p:cNvSpPr/>
          <p:nvPr/>
        </p:nvSpPr>
        <p:spPr>
          <a:xfrm rot="5400000">
            <a:off x="3350767" y="2507695"/>
            <a:ext cx="217500" cy="128100"/>
          </a:xfrm>
          <a:prstGeom prst="homePlat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2" name="Google Shape;302;p27"/>
          <p:cNvSpPr/>
          <p:nvPr/>
        </p:nvSpPr>
        <p:spPr>
          <a:xfrm rot="5400000">
            <a:off x="2958417" y="2507695"/>
            <a:ext cx="217500" cy="128100"/>
          </a:xfrm>
          <a:prstGeom prst="homePlat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03" name="Google Shape;303;p27"/>
          <p:cNvGraphicFramePr/>
          <p:nvPr/>
        </p:nvGraphicFramePr>
        <p:xfrm>
          <a:off x="602200" y="270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{542E1412-822E-4932-8F38-1B27F9A9C3E6}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255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255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255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255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255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255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255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255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255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255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255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255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255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255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Recorriendo arreglos</a:t>
            </a:r>
            <a:endParaRPr/>
          </a:p>
        </p:txBody>
      </p:sp>
      <p:sp>
        <p:nvSpPr>
          <p:cNvPr id="309" name="Google Shape;309;p28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10" name="Google Shape;310;p28"/>
          <p:cNvSpPr/>
          <p:nvPr/>
        </p:nvSpPr>
        <p:spPr>
          <a:xfrm rot="10800000">
            <a:off x="4307645" y="787650"/>
            <a:ext cx="4524600" cy="3812700"/>
          </a:xfrm>
          <a:prstGeom prst="round2SameRect">
            <a:avLst>
              <a:gd fmla="val 3153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</a:pPr>
            <a:r>
              <a:t/>
            </a:r>
            <a:endParaRPr b="0" i="0" sz="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28"/>
          <p:cNvSpPr/>
          <p:nvPr/>
        </p:nvSpPr>
        <p:spPr>
          <a:xfrm rot="10800000">
            <a:off x="4307700" y="497575"/>
            <a:ext cx="4524600" cy="390000"/>
          </a:xfrm>
          <a:prstGeom prst="round2SameRect">
            <a:avLst>
              <a:gd fmla="val 6272" name="adj1"/>
              <a:gd fmla="val 25195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28"/>
          <p:cNvSpPr/>
          <p:nvPr/>
        </p:nvSpPr>
        <p:spPr>
          <a:xfrm>
            <a:off x="4456145" y="570184"/>
            <a:ext cx="190500" cy="1905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28"/>
          <p:cNvSpPr/>
          <p:nvPr/>
        </p:nvSpPr>
        <p:spPr>
          <a:xfrm>
            <a:off x="4738006" y="570184"/>
            <a:ext cx="190500" cy="1905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28"/>
          <p:cNvSpPr/>
          <p:nvPr/>
        </p:nvSpPr>
        <p:spPr>
          <a:xfrm>
            <a:off x="5019866" y="570184"/>
            <a:ext cx="190500" cy="1905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28"/>
          <p:cNvSpPr txBox="1"/>
          <p:nvPr/>
        </p:nvSpPr>
        <p:spPr>
          <a:xfrm>
            <a:off x="4307605" y="839432"/>
            <a:ext cx="4524600" cy="3532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const int FILAS = 8;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const int COLUMNAS = 8;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int imagen[FILAS][COLUMNAS];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int valor;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for (int j = 0; j &lt; COLUMNAS; j++) {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for (int i = 0; i &lt; FILAS; i++) {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cout &lt;&lt; "Ingrese el valor del pixel ["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     &lt;&lt; i &lt;&lt; "][" &lt;&lt; j &lt;&lt; "] entre 0 y 255: ";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cin &gt;&gt; valor;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while (valor &lt; 0 || valor &gt; 255) {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    cout &lt;&lt; "Valor invalido. Ingrese un valor entre 0 y 255: ";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    cin &gt;&gt; valor;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}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imagen[i][j] = valor;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}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}</a:t>
            </a:r>
            <a:endParaRPr sz="1100">
              <a:solidFill>
                <a:srgbClr val="383A4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900">
              <a:solidFill>
                <a:srgbClr val="383A42"/>
              </a:solidFill>
            </a:endParaRPr>
          </a:p>
        </p:txBody>
      </p:sp>
      <p:sp>
        <p:nvSpPr>
          <p:cNvPr id="316" name="Google Shape;316;p28"/>
          <p:cNvSpPr txBox="1"/>
          <p:nvPr>
            <p:ph idx="1" type="body"/>
          </p:nvPr>
        </p:nvSpPr>
        <p:spPr>
          <a:xfrm>
            <a:off x="311700" y="1152475"/>
            <a:ext cx="3643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Escriba un programa donde se cargaran valores enteros entre 0 y 255 que corresponden a una imagen de 8x8 pixeles. Se debe cargar </a:t>
            </a:r>
            <a:r>
              <a:rPr b="1" lang="es"/>
              <a:t>columna por columna</a:t>
            </a:r>
            <a:r>
              <a:rPr lang="es"/>
              <a:t>.</a:t>
            </a:r>
            <a:endParaRPr/>
          </a:p>
        </p:txBody>
      </p:sp>
      <p:graphicFrame>
        <p:nvGraphicFramePr>
          <p:cNvPr id="317" name="Google Shape;317;p28"/>
          <p:cNvGraphicFramePr/>
          <p:nvPr/>
        </p:nvGraphicFramePr>
        <p:xfrm>
          <a:off x="602200" y="270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{542E1412-822E-4932-8F38-1B27F9A9C3E6}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Recorriendo arreglos</a:t>
            </a:r>
            <a:endParaRPr/>
          </a:p>
        </p:txBody>
      </p:sp>
      <p:sp>
        <p:nvSpPr>
          <p:cNvPr id="323" name="Google Shape;323;p29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24" name="Google Shape;324;p29"/>
          <p:cNvSpPr/>
          <p:nvPr/>
        </p:nvSpPr>
        <p:spPr>
          <a:xfrm rot="10800000">
            <a:off x="4307645" y="787650"/>
            <a:ext cx="4524600" cy="3812700"/>
          </a:xfrm>
          <a:prstGeom prst="round2SameRect">
            <a:avLst>
              <a:gd fmla="val 3153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</a:pPr>
            <a:r>
              <a:t/>
            </a:r>
            <a:endParaRPr b="0" i="0" sz="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29"/>
          <p:cNvSpPr/>
          <p:nvPr/>
        </p:nvSpPr>
        <p:spPr>
          <a:xfrm rot="10800000">
            <a:off x="4307700" y="497575"/>
            <a:ext cx="4524600" cy="390000"/>
          </a:xfrm>
          <a:prstGeom prst="round2SameRect">
            <a:avLst>
              <a:gd fmla="val 6272" name="adj1"/>
              <a:gd fmla="val 25195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29"/>
          <p:cNvSpPr/>
          <p:nvPr/>
        </p:nvSpPr>
        <p:spPr>
          <a:xfrm>
            <a:off x="4456145" y="570184"/>
            <a:ext cx="190500" cy="1905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29"/>
          <p:cNvSpPr/>
          <p:nvPr/>
        </p:nvSpPr>
        <p:spPr>
          <a:xfrm>
            <a:off x="4738006" y="570184"/>
            <a:ext cx="190500" cy="1905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29"/>
          <p:cNvSpPr/>
          <p:nvPr/>
        </p:nvSpPr>
        <p:spPr>
          <a:xfrm>
            <a:off x="5019866" y="570184"/>
            <a:ext cx="190500" cy="1905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4307605" y="839432"/>
            <a:ext cx="4524600" cy="3532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const int FILAS = 8;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const int COLUMNAS = 8;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int imagen[FILAS][COLUMNAS];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int valor;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for (int j = 0; j &lt; COLUMNAS; j++) {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for (int i = 0; i &lt; FILAS; i++) {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cout &lt;&lt; "Ingrese el valor del pixel ["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     &lt;&lt; i &lt;&lt; "][" &lt;&lt; j &lt;&lt; "] entre 0 y 255: ";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cin &gt;&gt; valor;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while (valor &lt; 0 || valor &gt; 255) {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    cout &lt;&lt; "Valor invalido. Ingrese un valor entre 0 y 255: ";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    cin &gt;&gt; valor;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}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imagen[i][j] = valor;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}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}</a:t>
            </a:r>
            <a:endParaRPr sz="1100">
              <a:solidFill>
                <a:srgbClr val="383A4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900">
              <a:solidFill>
                <a:srgbClr val="383A42"/>
              </a:solidFill>
            </a:endParaRPr>
          </a:p>
        </p:txBody>
      </p:sp>
      <p:sp>
        <p:nvSpPr>
          <p:cNvPr id="330" name="Google Shape;330;p29"/>
          <p:cNvSpPr txBox="1"/>
          <p:nvPr>
            <p:ph idx="1" type="body"/>
          </p:nvPr>
        </p:nvSpPr>
        <p:spPr>
          <a:xfrm>
            <a:off x="311700" y="1152475"/>
            <a:ext cx="3643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Escriba un programa donde se cargaran valores enteros entre 0 y 255 que corresponden a una imagen de 8x8 pixeles. Se debe cargar </a:t>
            </a:r>
            <a:r>
              <a:rPr b="1" lang="es"/>
              <a:t>columna por columna</a:t>
            </a:r>
            <a:r>
              <a:rPr lang="es"/>
              <a:t>.</a:t>
            </a:r>
            <a:endParaRPr/>
          </a:p>
        </p:txBody>
      </p:sp>
      <p:sp>
        <p:nvSpPr>
          <p:cNvPr id="331" name="Google Shape;331;p29"/>
          <p:cNvSpPr/>
          <p:nvPr/>
        </p:nvSpPr>
        <p:spPr>
          <a:xfrm>
            <a:off x="4075575" y="1961714"/>
            <a:ext cx="432300" cy="128100"/>
          </a:xfrm>
          <a:prstGeom prst="homePlate">
            <a:avLst>
              <a:gd fmla="val 50000" name="adj"/>
            </a:avLst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2" name="Google Shape;332;p29"/>
          <p:cNvSpPr/>
          <p:nvPr/>
        </p:nvSpPr>
        <p:spPr>
          <a:xfrm rot="5405431">
            <a:off x="698075" y="2476431"/>
            <a:ext cx="189900" cy="128100"/>
          </a:xfrm>
          <a:prstGeom prst="homePlate">
            <a:avLst>
              <a:gd fmla="val 50000" name="adj"/>
            </a:avLst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33" name="Google Shape;333;p29"/>
          <p:cNvGraphicFramePr/>
          <p:nvPr/>
        </p:nvGraphicFramePr>
        <p:xfrm>
          <a:off x="602200" y="270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{542E1412-822E-4932-8F38-1B27F9A9C3E6}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Recorriendo arreglos</a:t>
            </a:r>
            <a:endParaRPr/>
          </a:p>
        </p:txBody>
      </p:sp>
      <p:sp>
        <p:nvSpPr>
          <p:cNvPr id="339" name="Google Shape;339;p30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40" name="Google Shape;340;p30"/>
          <p:cNvSpPr/>
          <p:nvPr/>
        </p:nvSpPr>
        <p:spPr>
          <a:xfrm rot="10800000">
            <a:off x="4307645" y="787650"/>
            <a:ext cx="4524600" cy="3812700"/>
          </a:xfrm>
          <a:prstGeom prst="round2SameRect">
            <a:avLst>
              <a:gd fmla="val 3153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</a:pPr>
            <a:r>
              <a:t/>
            </a:r>
            <a:endParaRPr b="0" i="0" sz="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0"/>
          <p:cNvSpPr/>
          <p:nvPr/>
        </p:nvSpPr>
        <p:spPr>
          <a:xfrm rot="10800000">
            <a:off x="4307700" y="497575"/>
            <a:ext cx="4524600" cy="390000"/>
          </a:xfrm>
          <a:prstGeom prst="round2SameRect">
            <a:avLst>
              <a:gd fmla="val 6272" name="adj1"/>
              <a:gd fmla="val 25195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30"/>
          <p:cNvSpPr/>
          <p:nvPr/>
        </p:nvSpPr>
        <p:spPr>
          <a:xfrm>
            <a:off x="4456145" y="570184"/>
            <a:ext cx="190500" cy="1905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30"/>
          <p:cNvSpPr/>
          <p:nvPr/>
        </p:nvSpPr>
        <p:spPr>
          <a:xfrm>
            <a:off x="4738006" y="570184"/>
            <a:ext cx="190500" cy="1905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30"/>
          <p:cNvSpPr/>
          <p:nvPr/>
        </p:nvSpPr>
        <p:spPr>
          <a:xfrm>
            <a:off x="5019866" y="570184"/>
            <a:ext cx="190500" cy="1905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30"/>
          <p:cNvSpPr txBox="1"/>
          <p:nvPr/>
        </p:nvSpPr>
        <p:spPr>
          <a:xfrm>
            <a:off x="4307605" y="839432"/>
            <a:ext cx="4524600" cy="3532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const int FILAS = 8;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const int COLUMNAS = 8;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int imagen[FILAS][COLUMNAS];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int valor;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</a:t>
            </a:r>
            <a:r>
              <a:rPr lang="es" sz="1100">
                <a:solidFill>
                  <a:srgbClr val="383A42"/>
                </a:solidFill>
              </a:rPr>
              <a:t>for (int j = 0; j &lt; COLUMNAS; j++) {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for (int i = 0; i &lt; FILAS; i++) {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cout &lt;&lt; "Ingrese el valor del pixel ["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     &lt;&lt; i &lt;&lt; "][" &lt;&lt; j &lt;&lt; "] entre 0 y 255: ";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cin &gt;&gt; valor;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while (valor &lt; 0 || valor &gt; 255) {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    cout &lt;&lt; "Valor invalido. Ingrese un valor entre 0 y 255: ";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    cin &gt;&gt; valor;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}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imagen</a:t>
            </a:r>
            <a:r>
              <a:rPr lang="es" sz="1100">
                <a:solidFill>
                  <a:srgbClr val="383A42"/>
                </a:solidFill>
              </a:rPr>
              <a:t>[</a:t>
            </a:r>
            <a:r>
              <a:rPr lang="es" sz="1100">
                <a:solidFill>
                  <a:srgbClr val="383A42"/>
                </a:solidFill>
              </a:rPr>
              <a:t>i</a:t>
            </a:r>
            <a:r>
              <a:rPr lang="es" sz="1100">
                <a:solidFill>
                  <a:srgbClr val="383A42"/>
                </a:solidFill>
              </a:rPr>
              <a:t>][</a:t>
            </a:r>
            <a:r>
              <a:rPr lang="es" sz="1100">
                <a:solidFill>
                  <a:srgbClr val="383A42"/>
                </a:solidFill>
              </a:rPr>
              <a:t>j</a:t>
            </a:r>
            <a:r>
              <a:rPr lang="es" sz="1100">
                <a:solidFill>
                  <a:srgbClr val="383A42"/>
                </a:solidFill>
              </a:rPr>
              <a:t>]</a:t>
            </a:r>
            <a:r>
              <a:rPr lang="es" sz="1100">
                <a:solidFill>
                  <a:srgbClr val="383A42"/>
                </a:solidFill>
              </a:rPr>
              <a:t> = valor;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}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}</a:t>
            </a:r>
            <a:endParaRPr sz="1100">
              <a:solidFill>
                <a:srgbClr val="383A4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900">
              <a:solidFill>
                <a:srgbClr val="383A42"/>
              </a:solidFill>
            </a:endParaRPr>
          </a:p>
        </p:txBody>
      </p:sp>
      <p:sp>
        <p:nvSpPr>
          <p:cNvPr id="346" name="Google Shape;346;p30"/>
          <p:cNvSpPr txBox="1"/>
          <p:nvPr>
            <p:ph idx="1" type="body"/>
          </p:nvPr>
        </p:nvSpPr>
        <p:spPr>
          <a:xfrm>
            <a:off x="311700" y="1152475"/>
            <a:ext cx="3643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Escriba un programa donde se cargaran valores enteros entre 0 y 255 que corresponden a una imagen de 8x8 pixeles. Se debe cargar </a:t>
            </a:r>
            <a:r>
              <a:rPr b="1" lang="es"/>
              <a:t>columna por columna</a:t>
            </a:r>
            <a:r>
              <a:rPr lang="es"/>
              <a:t>.</a:t>
            </a:r>
            <a:endParaRPr/>
          </a:p>
        </p:txBody>
      </p:sp>
      <p:sp>
        <p:nvSpPr>
          <p:cNvPr id="347" name="Google Shape;347;p30"/>
          <p:cNvSpPr/>
          <p:nvPr/>
        </p:nvSpPr>
        <p:spPr>
          <a:xfrm>
            <a:off x="4075575" y="1961714"/>
            <a:ext cx="432300" cy="128100"/>
          </a:xfrm>
          <a:prstGeom prst="homePlate">
            <a:avLst>
              <a:gd fmla="val 50000" name="adj"/>
            </a:avLst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8" name="Google Shape;348;p30"/>
          <p:cNvSpPr/>
          <p:nvPr/>
        </p:nvSpPr>
        <p:spPr>
          <a:xfrm rot="5405431">
            <a:off x="698075" y="2476431"/>
            <a:ext cx="189900" cy="128100"/>
          </a:xfrm>
          <a:prstGeom prst="homePlate">
            <a:avLst>
              <a:gd fmla="val 50000" name="adj"/>
            </a:avLst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9" name="Google Shape;349;p30"/>
          <p:cNvSpPr/>
          <p:nvPr/>
        </p:nvSpPr>
        <p:spPr>
          <a:xfrm>
            <a:off x="4227975" y="2114114"/>
            <a:ext cx="432300" cy="128100"/>
          </a:xfrm>
          <a:prstGeom prst="homePlat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0" name="Google Shape;350;p30"/>
          <p:cNvSpPr/>
          <p:nvPr/>
        </p:nvSpPr>
        <p:spPr>
          <a:xfrm>
            <a:off x="344168" y="2796620"/>
            <a:ext cx="217500" cy="128100"/>
          </a:xfrm>
          <a:prstGeom prst="homePlat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51" name="Google Shape;351;p30"/>
          <p:cNvGraphicFramePr/>
          <p:nvPr/>
        </p:nvGraphicFramePr>
        <p:xfrm>
          <a:off x="602200" y="270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{542E1412-822E-4932-8F38-1B27F9A9C3E6}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Recorriendo arreglos</a:t>
            </a:r>
            <a:endParaRPr/>
          </a:p>
        </p:txBody>
      </p:sp>
      <p:sp>
        <p:nvSpPr>
          <p:cNvPr id="357" name="Google Shape;357;p31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58" name="Google Shape;358;p31"/>
          <p:cNvSpPr/>
          <p:nvPr/>
        </p:nvSpPr>
        <p:spPr>
          <a:xfrm rot="10800000">
            <a:off x="4307645" y="787650"/>
            <a:ext cx="4524600" cy="3812700"/>
          </a:xfrm>
          <a:prstGeom prst="round2SameRect">
            <a:avLst>
              <a:gd fmla="val 3153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</a:pPr>
            <a:r>
              <a:t/>
            </a:r>
            <a:endParaRPr b="0" i="0" sz="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31"/>
          <p:cNvSpPr/>
          <p:nvPr/>
        </p:nvSpPr>
        <p:spPr>
          <a:xfrm rot="10800000">
            <a:off x="4307700" y="497575"/>
            <a:ext cx="4524600" cy="390000"/>
          </a:xfrm>
          <a:prstGeom prst="round2SameRect">
            <a:avLst>
              <a:gd fmla="val 6272" name="adj1"/>
              <a:gd fmla="val 25195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31"/>
          <p:cNvSpPr/>
          <p:nvPr/>
        </p:nvSpPr>
        <p:spPr>
          <a:xfrm>
            <a:off x="4456145" y="570184"/>
            <a:ext cx="190500" cy="1905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1"/>
          <p:cNvSpPr/>
          <p:nvPr/>
        </p:nvSpPr>
        <p:spPr>
          <a:xfrm>
            <a:off x="4738006" y="570184"/>
            <a:ext cx="190500" cy="1905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1"/>
          <p:cNvSpPr/>
          <p:nvPr/>
        </p:nvSpPr>
        <p:spPr>
          <a:xfrm>
            <a:off x="5019866" y="570184"/>
            <a:ext cx="190500" cy="1905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31"/>
          <p:cNvSpPr txBox="1"/>
          <p:nvPr/>
        </p:nvSpPr>
        <p:spPr>
          <a:xfrm>
            <a:off x="4307605" y="839432"/>
            <a:ext cx="4524600" cy="3532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const int FILAS = 8;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const int COLUMNAS = 8;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int imagen[FILAS][COLUMNAS];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int valor;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for (int j = 0; j &lt; COLUMNAS; j++) {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for (int i = 0; i &lt; FILAS; i++) {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cout &lt;&lt; "Ingrese el valor del pixel ["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     &lt;&lt; i &lt;&lt; "][" &lt;&lt; j &lt;&lt; "] entre 0 y 255: ";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cin &gt;&gt; valor;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while (valor &lt; 0 || valor &gt; 255) {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    cout &lt;&lt; "Valor invalido. Ingrese un valor entre 0 y 255: ";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    cin &gt;&gt; valor;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}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    imagen[i][j] = valor;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    }</a:t>
            </a:r>
            <a:endParaRPr sz="11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100">
                <a:solidFill>
                  <a:srgbClr val="383A42"/>
                </a:solidFill>
              </a:rPr>
              <a:t>    }</a:t>
            </a:r>
            <a:endParaRPr sz="1100">
              <a:solidFill>
                <a:srgbClr val="383A4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900">
              <a:solidFill>
                <a:srgbClr val="383A42"/>
              </a:solidFill>
            </a:endParaRPr>
          </a:p>
        </p:txBody>
      </p:sp>
      <p:sp>
        <p:nvSpPr>
          <p:cNvPr id="364" name="Google Shape;364;p31"/>
          <p:cNvSpPr txBox="1"/>
          <p:nvPr>
            <p:ph idx="1" type="body"/>
          </p:nvPr>
        </p:nvSpPr>
        <p:spPr>
          <a:xfrm>
            <a:off x="311700" y="1152475"/>
            <a:ext cx="3643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Escriba un programa donde se cargaran valores enteros entre 0 y 255 que corresponden a una imagen de 8x8 pixeles. Se debe cargar </a:t>
            </a:r>
            <a:r>
              <a:rPr b="1" lang="es"/>
              <a:t>columna por columna</a:t>
            </a:r>
            <a:r>
              <a:rPr lang="es"/>
              <a:t>.</a:t>
            </a:r>
            <a:endParaRPr/>
          </a:p>
        </p:txBody>
      </p:sp>
      <p:sp>
        <p:nvSpPr>
          <p:cNvPr id="365" name="Google Shape;365;p31"/>
          <p:cNvSpPr/>
          <p:nvPr/>
        </p:nvSpPr>
        <p:spPr>
          <a:xfrm>
            <a:off x="4075575" y="1961714"/>
            <a:ext cx="432300" cy="128100"/>
          </a:xfrm>
          <a:prstGeom prst="homePlate">
            <a:avLst>
              <a:gd fmla="val 50000" name="adj"/>
            </a:avLst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6" name="Google Shape;366;p31"/>
          <p:cNvSpPr/>
          <p:nvPr/>
        </p:nvSpPr>
        <p:spPr>
          <a:xfrm rot="5405431">
            <a:off x="698075" y="2476431"/>
            <a:ext cx="189900" cy="128100"/>
          </a:xfrm>
          <a:prstGeom prst="homePlate">
            <a:avLst>
              <a:gd fmla="val 50000" name="adj"/>
            </a:avLst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7" name="Google Shape;367;p31"/>
          <p:cNvSpPr/>
          <p:nvPr/>
        </p:nvSpPr>
        <p:spPr>
          <a:xfrm>
            <a:off x="4227975" y="2114114"/>
            <a:ext cx="432300" cy="128100"/>
          </a:xfrm>
          <a:prstGeom prst="homePlat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8" name="Google Shape;368;p31"/>
          <p:cNvSpPr/>
          <p:nvPr/>
        </p:nvSpPr>
        <p:spPr>
          <a:xfrm>
            <a:off x="344168" y="2796620"/>
            <a:ext cx="217500" cy="128100"/>
          </a:xfrm>
          <a:prstGeom prst="homePlat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69" name="Google Shape;369;p31"/>
          <p:cNvGraphicFramePr/>
          <p:nvPr/>
        </p:nvGraphicFramePr>
        <p:xfrm>
          <a:off x="602200" y="270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{542E1412-822E-4932-8F38-1B27F9A9C3E6}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00"/>
                        <a:t>0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70" name="Google Shape;370;p31"/>
          <p:cNvSpPr/>
          <p:nvPr/>
        </p:nvSpPr>
        <p:spPr>
          <a:xfrm>
            <a:off x="344168" y="3064920"/>
            <a:ext cx="217500" cy="128100"/>
          </a:xfrm>
          <a:prstGeom prst="homePlat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Veamos un ejemplo completo…</a:t>
            </a:r>
            <a:endParaRPr/>
          </a:p>
        </p:txBody>
      </p:sp>
      <p:sp>
        <p:nvSpPr>
          <p:cNvPr id="376" name="Google Shape;376;p32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3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4191000" y="133350"/>
            <a:ext cx="4876800" cy="48768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3"/>
          <p:cNvSpPr txBox="1"/>
          <p:nvPr>
            <p:ph type="title"/>
          </p:nvPr>
        </p:nvSpPr>
        <p:spPr>
          <a:xfrm>
            <a:off x="490250" y="450150"/>
            <a:ext cx="74475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" sz="7000"/>
              <a:t>Ordenamiento</a:t>
            </a:r>
            <a:endParaRPr sz="7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" sz="3600"/>
              <a:t>Burbuja</a:t>
            </a:r>
            <a:endParaRPr sz="36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Ordenamiento Menor a Mayor</a:t>
            </a:r>
            <a:endParaRPr/>
          </a:p>
        </p:txBody>
      </p:sp>
      <p:sp>
        <p:nvSpPr>
          <p:cNvPr id="388" name="Google Shape;388;p34"/>
          <p:cNvSpPr/>
          <p:nvPr/>
        </p:nvSpPr>
        <p:spPr>
          <a:xfrm>
            <a:off x="14255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34"/>
          <p:cNvSpPr/>
          <p:nvPr/>
        </p:nvSpPr>
        <p:spPr>
          <a:xfrm>
            <a:off x="215627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34"/>
          <p:cNvSpPr/>
          <p:nvPr/>
        </p:nvSpPr>
        <p:spPr>
          <a:xfrm>
            <a:off x="28870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34"/>
          <p:cNvSpPr/>
          <p:nvPr/>
        </p:nvSpPr>
        <p:spPr>
          <a:xfrm>
            <a:off x="36168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34"/>
          <p:cNvSpPr/>
          <p:nvPr/>
        </p:nvSpPr>
        <p:spPr>
          <a:xfrm>
            <a:off x="4347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34"/>
          <p:cNvSpPr/>
          <p:nvPr/>
        </p:nvSpPr>
        <p:spPr>
          <a:xfrm>
            <a:off x="507735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34"/>
          <p:cNvSpPr/>
          <p:nvPr/>
        </p:nvSpPr>
        <p:spPr>
          <a:xfrm>
            <a:off x="580858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34"/>
          <p:cNvSpPr/>
          <p:nvPr/>
        </p:nvSpPr>
        <p:spPr>
          <a:xfrm>
            <a:off x="653983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34"/>
          <p:cNvSpPr/>
          <p:nvPr/>
        </p:nvSpPr>
        <p:spPr>
          <a:xfrm>
            <a:off x="7271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34"/>
          <p:cNvSpPr/>
          <p:nvPr/>
        </p:nvSpPr>
        <p:spPr>
          <a:xfrm>
            <a:off x="80023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34"/>
          <p:cNvSpPr/>
          <p:nvPr/>
        </p:nvSpPr>
        <p:spPr>
          <a:xfrm>
            <a:off x="1340911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34"/>
          <p:cNvSpPr/>
          <p:nvPr/>
        </p:nvSpPr>
        <p:spPr>
          <a:xfrm>
            <a:off x="207167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34"/>
          <p:cNvSpPr/>
          <p:nvPr/>
        </p:nvSpPr>
        <p:spPr>
          <a:xfrm>
            <a:off x="280242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67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34"/>
          <p:cNvSpPr/>
          <p:nvPr/>
        </p:nvSpPr>
        <p:spPr>
          <a:xfrm>
            <a:off x="35331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98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34"/>
          <p:cNvSpPr/>
          <p:nvPr/>
        </p:nvSpPr>
        <p:spPr>
          <a:xfrm>
            <a:off x="426392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34"/>
          <p:cNvSpPr/>
          <p:nvPr/>
        </p:nvSpPr>
        <p:spPr>
          <a:xfrm>
            <a:off x="49946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34"/>
          <p:cNvSpPr/>
          <p:nvPr/>
        </p:nvSpPr>
        <p:spPr>
          <a:xfrm>
            <a:off x="5725300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34"/>
          <p:cNvSpPr/>
          <p:nvPr/>
        </p:nvSpPr>
        <p:spPr>
          <a:xfrm>
            <a:off x="645617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99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34"/>
          <p:cNvSpPr/>
          <p:nvPr/>
        </p:nvSpPr>
        <p:spPr>
          <a:xfrm>
            <a:off x="718692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34"/>
          <p:cNvSpPr/>
          <p:nvPr/>
        </p:nvSpPr>
        <p:spPr>
          <a:xfrm>
            <a:off x="7917689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34"/>
          <p:cNvSpPr txBox="1"/>
          <p:nvPr/>
        </p:nvSpPr>
        <p:spPr>
          <a:xfrm>
            <a:off x="575525" y="1356450"/>
            <a:ext cx="6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34"/>
          <p:cNvSpPr txBox="1"/>
          <p:nvPr/>
        </p:nvSpPr>
        <p:spPr>
          <a:xfrm>
            <a:off x="311700" y="2083225"/>
            <a:ext cx="100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Ordenamiento Menor a Mayor</a:t>
            </a:r>
            <a:endParaRPr/>
          </a:p>
        </p:txBody>
      </p:sp>
      <p:sp>
        <p:nvSpPr>
          <p:cNvPr id="415" name="Google Shape;415;p35"/>
          <p:cNvSpPr/>
          <p:nvPr/>
        </p:nvSpPr>
        <p:spPr>
          <a:xfrm>
            <a:off x="14255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35"/>
          <p:cNvSpPr/>
          <p:nvPr/>
        </p:nvSpPr>
        <p:spPr>
          <a:xfrm>
            <a:off x="215627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35"/>
          <p:cNvSpPr/>
          <p:nvPr/>
        </p:nvSpPr>
        <p:spPr>
          <a:xfrm>
            <a:off x="28870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35"/>
          <p:cNvSpPr/>
          <p:nvPr/>
        </p:nvSpPr>
        <p:spPr>
          <a:xfrm>
            <a:off x="36168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35"/>
          <p:cNvSpPr/>
          <p:nvPr/>
        </p:nvSpPr>
        <p:spPr>
          <a:xfrm>
            <a:off x="4347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35"/>
          <p:cNvSpPr/>
          <p:nvPr/>
        </p:nvSpPr>
        <p:spPr>
          <a:xfrm>
            <a:off x="507735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35"/>
          <p:cNvSpPr/>
          <p:nvPr/>
        </p:nvSpPr>
        <p:spPr>
          <a:xfrm>
            <a:off x="580858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35"/>
          <p:cNvSpPr/>
          <p:nvPr/>
        </p:nvSpPr>
        <p:spPr>
          <a:xfrm>
            <a:off x="653983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35"/>
          <p:cNvSpPr/>
          <p:nvPr/>
        </p:nvSpPr>
        <p:spPr>
          <a:xfrm>
            <a:off x="7271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35"/>
          <p:cNvSpPr/>
          <p:nvPr/>
        </p:nvSpPr>
        <p:spPr>
          <a:xfrm>
            <a:off x="80023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35"/>
          <p:cNvSpPr/>
          <p:nvPr/>
        </p:nvSpPr>
        <p:spPr>
          <a:xfrm>
            <a:off x="1340911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35"/>
          <p:cNvSpPr/>
          <p:nvPr/>
        </p:nvSpPr>
        <p:spPr>
          <a:xfrm>
            <a:off x="207167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35"/>
          <p:cNvSpPr/>
          <p:nvPr/>
        </p:nvSpPr>
        <p:spPr>
          <a:xfrm>
            <a:off x="280242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67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35"/>
          <p:cNvSpPr/>
          <p:nvPr/>
        </p:nvSpPr>
        <p:spPr>
          <a:xfrm>
            <a:off x="35331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98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35"/>
          <p:cNvSpPr/>
          <p:nvPr/>
        </p:nvSpPr>
        <p:spPr>
          <a:xfrm>
            <a:off x="426392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35"/>
          <p:cNvSpPr/>
          <p:nvPr/>
        </p:nvSpPr>
        <p:spPr>
          <a:xfrm>
            <a:off x="49946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35"/>
          <p:cNvSpPr/>
          <p:nvPr/>
        </p:nvSpPr>
        <p:spPr>
          <a:xfrm>
            <a:off x="5725300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35"/>
          <p:cNvSpPr/>
          <p:nvPr/>
        </p:nvSpPr>
        <p:spPr>
          <a:xfrm>
            <a:off x="645617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99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35"/>
          <p:cNvSpPr/>
          <p:nvPr/>
        </p:nvSpPr>
        <p:spPr>
          <a:xfrm>
            <a:off x="718692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35"/>
          <p:cNvSpPr/>
          <p:nvPr/>
        </p:nvSpPr>
        <p:spPr>
          <a:xfrm>
            <a:off x="7917689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35"/>
          <p:cNvSpPr txBox="1"/>
          <p:nvPr/>
        </p:nvSpPr>
        <p:spPr>
          <a:xfrm>
            <a:off x="575525" y="1356450"/>
            <a:ext cx="6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35"/>
          <p:cNvSpPr txBox="1"/>
          <p:nvPr/>
        </p:nvSpPr>
        <p:spPr>
          <a:xfrm>
            <a:off x="311700" y="2083225"/>
            <a:ext cx="100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35"/>
          <p:cNvSpPr/>
          <p:nvPr/>
        </p:nvSpPr>
        <p:spPr>
          <a:xfrm>
            <a:off x="1490600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35"/>
          <p:cNvSpPr/>
          <p:nvPr/>
        </p:nvSpPr>
        <p:spPr>
          <a:xfrm>
            <a:off x="2221375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35"/>
          <p:cNvSpPr txBox="1"/>
          <p:nvPr/>
        </p:nvSpPr>
        <p:spPr>
          <a:xfrm>
            <a:off x="1726275" y="2597600"/>
            <a:ext cx="585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Ordenamiento Menor a Mayor</a:t>
            </a:r>
            <a:endParaRPr/>
          </a:p>
        </p:txBody>
      </p:sp>
      <p:sp>
        <p:nvSpPr>
          <p:cNvPr id="445" name="Google Shape;445;p36"/>
          <p:cNvSpPr/>
          <p:nvPr/>
        </p:nvSpPr>
        <p:spPr>
          <a:xfrm>
            <a:off x="14255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36"/>
          <p:cNvSpPr/>
          <p:nvPr/>
        </p:nvSpPr>
        <p:spPr>
          <a:xfrm>
            <a:off x="215627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36"/>
          <p:cNvSpPr/>
          <p:nvPr/>
        </p:nvSpPr>
        <p:spPr>
          <a:xfrm>
            <a:off x="28870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36"/>
          <p:cNvSpPr/>
          <p:nvPr/>
        </p:nvSpPr>
        <p:spPr>
          <a:xfrm>
            <a:off x="36168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36"/>
          <p:cNvSpPr/>
          <p:nvPr/>
        </p:nvSpPr>
        <p:spPr>
          <a:xfrm>
            <a:off x="4347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36"/>
          <p:cNvSpPr/>
          <p:nvPr/>
        </p:nvSpPr>
        <p:spPr>
          <a:xfrm>
            <a:off x="507735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36"/>
          <p:cNvSpPr/>
          <p:nvPr/>
        </p:nvSpPr>
        <p:spPr>
          <a:xfrm>
            <a:off x="580858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36"/>
          <p:cNvSpPr/>
          <p:nvPr/>
        </p:nvSpPr>
        <p:spPr>
          <a:xfrm>
            <a:off x="653983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36"/>
          <p:cNvSpPr/>
          <p:nvPr/>
        </p:nvSpPr>
        <p:spPr>
          <a:xfrm>
            <a:off x="7271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36"/>
          <p:cNvSpPr/>
          <p:nvPr/>
        </p:nvSpPr>
        <p:spPr>
          <a:xfrm>
            <a:off x="80023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36"/>
          <p:cNvSpPr/>
          <p:nvPr/>
        </p:nvSpPr>
        <p:spPr>
          <a:xfrm>
            <a:off x="1340911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36"/>
          <p:cNvSpPr/>
          <p:nvPr/>
        </p:nvSpPr>
        <p:spPr>
          <a:xfrm>
            <a:off x="207167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36"/>
          <p:cNvSpPr/>
          <p:nvPr/>
        </p:nvSpPr>
        <p:spPr>
          <a:xfrm>
            <a:off x="280242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67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36"/>
          <p:cNvSpPr/>
          <p:nvPr/>
        </p:nvSpPr>
        <p:spPr>
          <a:xfrm>
            <a:off x="35331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98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36"/>
          <p:cNvSpPr/>
          <p:nvPr/>
        </p:nvSpPr>
        <p:spPr>
          <a:xfrm>
            <a:off x="426392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36"/>
          <p:cNvSpPr/>
          <p:nvPr/>
        </p:nvSpPr>
        <p:spPr>
          <a:xfrm>
            <a:off x="49946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36"/>
          <p:cNvSpPr/>
          <p:nvPr/>
        </p:nvSpPr>
        <p:spPr>
          <a:xfrm>
            <a:off x="5725300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36"/>
          <p:cNvSpPr/>
          <p:nvPr/>
        </p:nvSpPr>
        <p:spPr>
          <a:xfrm>
            <a:off x="645617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99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36"/>
          <p:cNvSpPr/>
          <p:nvPr/>
        </p:nvSpPr>
        <p:spPr>
          <a:xfrm>
            <a:off x="718692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36"/>
          <p:cNvSpPr/>
          <p:nvPr/>
        </p:nvSpPr>
        <p:spPr>
          <a:xfrm>
            <a:off x="7917689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36"/>
          <p:cNvSpPr txBox="1"/>
          <p:nvPr/>
        </p:nvSpPr>
        <p:spPr>
          <a:xfrm>
            <a:off x="575525" y="1356450"/>
            <a:ext cx="6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36"/>
          <p:cNvSpPr txBox="1"/>
          <p:nvPr/>
        </p:nvSpPr>
        <p:spPr>
          <a:xfrm>
            <a:off x="311700" y="2083225"/>
            <a:ext cx="100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36"/>
          <p:cNvSpPr/>
          <p:nvPr/>
        </p:nvSpPr>
        <p:spPr>
          <a:xfrm>
            <a:off x="1490600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36"/>
          <p:cNvSpPr/>
          <p:nvPr/>
        </p:nvSpPr>
        <p:spPr>
          <a:xfrm>
            <a:off x="2221375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36"/>
          <p:cNvSpPr txBox="1"/>
          <p:nvPr/>
        </p:nvSpPr>
        <p:spPr>
          <a:xfrm>
            <a:off x="1726275" y="2597600"/>
            <a:ext cx="585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0" name="Google Shape;470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0875" y="2973325"/>
            <a:ext cx="325800" cy="32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Ordenamiento Menor a Mayor</a:t>
            </a:r>
            <a:endParaRPr/>
          </a:p>
        </p:txBody>
      </p:sp>
      <p:sp>
        <p:nvSpPr>
          <p:cNvPr id="476" name="Google Shape;476;p37"/>
          <p:cNvSpPr/>
          <p:nvPr/>
        </p:nvSpPr>
        <p:spPr>
          <a:xfrm>
            <a:off x="14255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37"/>
          <p:cNvSpPr/>
          <p:nvPr/>
        </p:nvSpPr>
        <p:spPr>
          <a:xfrm>
            <a:off x="215627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37"/>
          <p:cNvSpPr/>
          <p:nvPr/>
        </p:nvSpPr>
        <p:spPr>
          <a:xfrm>
            <a:off x="28870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37"/>
          <p:cNvSpPr/>
          <p:nvPr/>
        </p:nvSpPr>
        <p:spPr>
          <a:xfrm>
            <a:off x="36168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37"/>
          <p:cNvSpPr/>
          <p:nvPr/>
        </p:nvSpPr>
        <p:spPr>
          <a:xfrm>
            <a:off x="4347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37"/>
          <p:cNvSpPr/>
          <p:nvPr/>
        </p:nvSpPr>
        <p:spPr>
          <a:xfrm>
            <a:off x="507735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37"/>
          <p:cNvSpPr/>
          <p:nvPr/>
        </p:nvSpPr>
        <p:spPr>
          <a:xfrm>
            <a:off x="580858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37"/>
          <p:cNvSpPr/>
          <p:nvPr/>
        </p:nvSpPr>
        <p:spPr>
          <a:xfrm>
            <a:off x="653983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37"/>
          <p:cNvSpPr/>
          <p:nvPr/>
        </p:nvSpPr>
        <p:spPr>
          <a:xfrm>
            <a:off x="7271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37"/>
          <p:cNvSpPr/>
          <p:nvPr/>
        </p:nvSpPr>
        <p:spPr>
          <a:xfrm>
            <a:off x="80023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37"/>
          <p:cNvSpPr/>
          <p:nvPr/>
        </p:nvSpPr>
        <p:spPr>
          <a:xfrm>
            <a:off x="1340911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37"/>
          <p:cNvSpPr/>
          <p:nvPr/>
        </p:nvSpPr>
        <p:spPr>
          <a:xfrm>
            <a:off x="207167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37"/>
          <p:cNvSpPr/>
          <p:nvPr/>
        </p:nvSpPr>
        <p:spPr>
          <a:xfrm>
            <a:off x="280242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67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37"/>
          <p:cNvSpPr/>
          <p:nvPr/>
        </p:nvSpPr>
        <p:spPr>
          <a:xfrm>
            <a:off x="35331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98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37"/>
          <p:cNvSpPr/>
          <p:nvPr/>
        </p:nvSpPr>
        <p:spPr>
          <a:xfrm>
            <a:off x="426392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37"/>
          <p:cNvSpPr/>
          <p:nvPr/>
        </p:nvSpPr>
        <p:spPr>
          <a:xfrm>
            <a:off x="49946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37"/>
          <p:cNvSpPr/>
          <p:nvPr/>
        </p:nvSpPr>
        <p:spPr>
          <a:xfrm>
            <a:off x="5725300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37"/>
          <p:cNvSpPr/>
          <p:nvPr/>
        </p:nvSpPr>
        <p:spPr>
          <a:xfrm>
            <a:off x="645617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99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37"/>
          <p:cNvSpPr/>
          <p:nvPr/>
        </p:nvSpPr>
        <p:spPr>
          <a:xfrm>
            <a:off x="718692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37"/>
          <p:cNvSpPr/>
          <p:nvPr/>
        </p:nvSpPr>
        <p:spPr>
          <a:xfrm>
            <a:off x="7917689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37"/>
          <p:cNvSpPr txBox="1"/>
          <p:nvPr/>
        </p:nvSpPr>
        <p:spPr>
          <a:xfrm>
            <a:off x="575525" y="1356450"/>
            <a:ext cx="6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37"/>
          <p:cNvSpPr txBox="1"/>
          <p:nvPr/>
        </p:nvSpPr>
        <p:spPr>
          <a:xfrm>
            <a:off x="311700" y="2083225"/>
            <a:ext cx="100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37"/>
          <p:cNvSpPr/>
          <p:nvPr/>
        </p:nvSpPr>
        <p:spPr>
          <a:xfrm>
            <a:off x="1490600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37"/>
          <p:cNvSpPr/>
          <p:nvPr/>
        </p:nvSpPr>
        <p:spPr>
          <a:xfrm>
            <a:off x="2221375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37"/>
          <p:cNvSpPr txBox="1"/>
          <p:nvPr/>
        </p:nvSpPr>
        <p:spPr>
          <a:xfrm>
            <a:off x="1726275" y="2597600"/>
            <a:ext cx="585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1" name="Google Shape;50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0875" y="2973325"/>
            <a:ext cx="325800" cy="32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Ordenamiento Menor a Mayor</a:t>
            </a:r>
            <a:endParaRPr/>
          </a:p>
        </p:txBody>
      </p:sp>
      <p:sp>
        <p:nvSpPr>
          <p:cNvPr id="507" name="Google Shape;507;p38"/>
          <p:cNvSpPr/>
          <p:nvPr/>
        </p:nvSpPr>
        <p:spPr>
          <a:xfrm>
            <a:off x="14255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38"/>
          <p:cNvSpPr/>
          <p:nvPr/>
        </p:nvSpPr>
        <p:spPr>
          <a:xfrm>
            <a:off x="215627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38"/>
          <p:cNvSpPr/>
          <p:nvPr/>
        </p:nvSpPr>
        <p:spPr>
          <a:xfrm>
            <a:off x="28870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38"/>
          <p:cNvSpPr/>
          <p:nvPr/>
        </p:nvSpPr>
        <p:spPr>
          <a:xfrm>
            <a:off x="36168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38"/>
          <p:cNvSpPr/>
          <p:nvPr/>
        </p:nvSpPr>
        <p:spPr>
          <a:xfrm>
            <a:off x="4347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38"/>
          <p:cNvSpPr/>
          <p:nvPr/>
        </p:nvSpPr>
        <p:spPr>
          <a:xfrm>
            <a:off x="507735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38"/>
          <p:cNvSpPr/>
          <p:nvPr/>
        </p:nvSpPr>
        <p:spPr>
          <a:xfrm>
            <a:off x="580858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38"/>
          <p:cNvSpPr/>
          <p:nvPr/>
        </p:nvSpPr>
        <p:spPr>
          <a:xfrm>
            <a:off x="653983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38"/>
          <p:cNvSpPr/>
          <p:nvPr/>
        </p:nvSpPr>
        <p:spPr>
          <a:xfrm>
            <a:off x="7271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38"/>
          <p:cNvSpPr/>
          <p:nvPr/>
        </p:nvSpPr>
        <p:spPr>
          <a:xfrm>
            <a:off x="80023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38"/>
          <p:cNvSpPr/>
          <p:nvPr/>
        </p:nvSpPr>
        <p:spPr>
          <a:xfrm>
            <a:off x="1340911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38"/>
          <p:cNvSpPr/>
          <p:nvPr/>
        </p:nvSpPr>
        <p:spPr>
          <a:xfrm>
            <a:off x="207167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38"/>
          <p:cNvSpPr/>
          <p:nvPr/>
        </p:nvSpPr>
        <p:spPr>
          <a:xfrm>
            <a:off x="280242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67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38"/>
          <p:cNvSpPr/>
          <p:nvPr/>
        </p:nvSpPr>
        <p:spPr>
          <a:xfrm>
            <a:off x="35331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98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38"/>
          <p:cNvSpPr/>
          <p:nvPr/>
        </p:nvSpPr>
        <p:spPr>
          <a:xfrm>
            <a:off x="426392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38"/>
          <p:cNvSpPr/>
          <p:nvPr/>
        </p:nvSpPr>
        <p:spPr>
          <a:xfrm>
            <a:off x="49946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38"/>
          <p:cNvSpPr/>
          <p:nvPr/>
        </p:nvSpPr>
        <p:spPr>
          <a:xfrm>
            <a:off x="5725300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38"/>
          <p:cNvSpPr/>
          <p:nvPr/>
        </p:nvSpPr>
        <p:spPr>
          <a:xfrm>
            <a:off x="645617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99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38"/>
          <p:cNvSpPr/>
          <p:nvPr/>
        </p:nvSpPr>
        <p:spPr>
          <a:xfrm>
            <a:off x="718692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38"/>
          <p:cNvSpPr/>
          <p:nvPr/>
        </p:nvSpPr>
        <p:spPr>
          <a:xfrm>
            <a:off x="7917689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38"/>
          <p:cNvSpPr txBox="1"/>
          <p:nvPr/>
        </p:nvSpPr>
        <p:spPr>
          <a:xfrm>
            <a:off x="575525" y="1356450"/>
            <a:ext cx="6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38"/>
          <p:cNvSpPr txBox="1"/>
          <p:nvPr/>
        </p:nvSpPr>
        <p:spPr>
          <a:xfrm>
            <a:off x="311700" y="2083225"/>
            <a:ext cx="100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38"/>
          <p:cNvSpPr/>
          <p:nvPr/>
        </p:nvSpPr>
        <p:spPr>
          <a:xfrm>
            <a:off x="2238550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38"/>
          <p:cNvSpPr/>
          <p:nvPr/>
        </p:nvSpPr>
        <p:spPr>
          <a:xfrm>
            <a:off x="2969325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38"/>
          <p:cNvSpPr txBox="1"/>
          <p:nvPr/>
        </p:nvSpPr>
        <p:spPr>
          <a:xfrm>
            <a:off x="2474225" y="2597600"/>
            <a:ext cx="585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Ordenamiento Menor a Mayor</a:t>
            </a:r>
            <a:endParaRPr/>
          </a:p>
        </p:txBody>
      </p:sp>
      <p:sp>
        <p:nvSpPr>
          <p:cNvPr id="537" name="Google Shape;537;p39"/>
          <p:cNvSpPr/>
          <p:nvPr/>
        </p:nvSpPr>
        <p:spPr>
          <a:xfrm>
            <a:off x="14255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39"/>
          <p:cNvSpPr/>
          <p:nvPr/>
        </p:nvSpPr>
        <p:spPr>
          <a:xfrm>
            <a:off x="215627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39"/>
          <p:cNvSpPr/>
          <p:nvPr/>
        </p:nvSpPr>
        <p:spPr>
          <a:xfrm>
            <a:off x="28870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39"/>
          <p:cNvSpPr/>
          <p:nvPr/>
        </p:nvSpPr>
        <p:spPr>
          <a:xfrm>
            <a:off x="36168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39"/>
          <p:cNvSpPr/>
          <p:nvPr/>
        </p:nvSpPr>
        <p:spPr>
          <a:xfrm>
            <a:off x="4347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39"/>
          <p:cNvSpPr/>
          <p:nvPr/>
        </p:nvSpPr>
        <p:spPr>
          <a:xfrm>
            <a:off x="507735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39"/>
          <p:cNvSpPr/>
          <p:nvPr/>
        </p:nvSpPr>
        <p:spPr>
          <a:xfrm>
            <a:off x="580858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39"/>
          <p:cNvSpPr/>
          <p:nvPr/>
        </p:nvSpPr>
        <p:spPr>
          <a:xfrm>
            <a:off x="653983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39"/>
          <p:cNvSpPr/>
          <p:nvPr/>
        </p:nvSpPr>
        <p:spPr>
          <a:xfrm>
            <a:off x="7271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39"/>
          <p:cNvSpPr/>
          <p:nvPr/>
        </p:nvSpPr>
        <p:spPr>
          <a:xfrm>
            <a:off x="80023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39"/>
          <p:cNvSpPr/>
          <p:nvPr/>
        </p:nvSpPr>
        <p:spPr>
          <a:xfrm>
            <a:off x="1340911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39"/>
          <p:cNvSpPr/>
          <p:nvPr/>
        </p:nvSpPr>
        <p:spPr>
          <a:xfrm>
            <a:off x="207167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39"/>
          <p:cNvSpPr/>
          <p:nvPr/>
        </p:nvSpPr>
        <p:spPr>
          <a:xfrm>
            <a:off x="280242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67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39"/>
          <p:cNvSpPr/>
          <p:nvPr/>
        </p:nvSpPr>
        <p:spPr>
          <a:xfrm>
            <a:off x="35331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98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39"/>
          <p:cNvSpPr/>
          <p:nvPr/>
        </p:nvSpPr>
        <p:spPr>
          <a:xfrm>
            <a:off x="426392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39"/>
          <p:cNvSpPr/>
          <p:nvPr/>
        </p:nvSpPr>
        <p:spPr>
          <a:xfrm>
            <a:off x="49946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39"/>
          <p:cNvSpPr/>
          <p:nvPr/>
        </p:nvSpPr>
        <p:spPr>
          <a:xfrm>
            <a:off x="5725300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39"/>
          <p:cNvSpPr/>
          <p:nvPr/>
        </p:nvSpPr>
        <p:spPr>
          <a:xfrm>
            <a:off x="645617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99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39"/>
          <p:cNvSpPr/>
          <p:nvPr/>
        </p:nvSpPr>
        <p:spPr>
          <a:xfrm>
            <a:off x="718692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39"/>
          <p:cNvSpPr/>
          <p:nvPr/>
        </p:nvSpPr>
        <p:spPr>
          <a:xfrm>
            <a:off x="7917689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39"/>
          <p:cNvSpPr txBox="1"/>
          <p:nvPr/>
        </p:nvSpPr>
        <p:spPr>
          <a:xfrm>
            <a:off x="575525" y="1356450"/>
            <a:ext cx="6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39"/>
          <p:cNvSpPr txBox="1"/>
          <p:nvPr/>
        </p:nvSpPr>
        <p:spPr>
          <a:xfrm>
            <a:off x="311700" y="2083225"/>
            <a:ext cx="100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39"/>
          <p:cNvSpPr/>
          <p:nvPr/>
        </p:nvSpPr>
        <p:spPr>
          <a:xfrm>
            <a:off x="2238550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39"/>
          <p:cNvSpPr/>
          <p:nvPr/>
        </p:nvSpPr>
        <p:spPr>
          <a:xfrm>
            <a:off x="2969325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39"/>
          <p:cNvSpPr txBox="1"/>
          <p:nvPr/>
        </p:nvSpPr>
        <p:spPr>
          <a:xfrm>
            <a:off x="2474225" y="2597600"/>
            <a:ext cx="585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2" name="Google Shape;562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6675" y="3074725"/>
            <a:ext cx="283450" cy="28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Ordenamiento Menor a Mayor</a:t>
            </a:r>
            <a:endParaRPr/>
          </a:p>
        </p:txBody>
      </p:sp>
      <p:sp>
        <p:nvSpPr>
          <p:cNvPr id="568" name="Google Shape;568;p40"/>
          <p:cNvSpPr/>
          <p:nvPr/>
        </p:nvSpPr>
        <p:spPr>
          <a:xfrm>
            <a:off x="14255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40"/>
          <p:cNvSpPr/>
          <p:nvPr/>
        </p:nvSpPr>
        <p:spPr>
          <a:xfrm>
            <a:off x="215627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40"/>
          <p:cNvSpPr/>
          <p:nvPr/>
        </p:nvSpPr>
        <p:spPr>
          <a:xfrm>
            <a:off x="28870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40"/>
          <p:cNvSpPr/>
          <p:nvPr/>
        </p:nvSpPr>
        <p:spPr>
          <a:xfrm>
            <a:off x="36168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40"/>
          <p:cNvSpPr/>
          <p:nvPr/>
        </p:nvSpPr>
        <p:spPr>
          <a:xfrm>
            <a:off x="4347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40"/>
          <p:cNvSpPr/>
          <p:nvPr/>
        </p:nvSpPr>
        <p:spPr>
          <a:xfrm>
            <a:off x="507735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40"/>
          <p:cNvSpPr/>
          <p:nvPr/>
        </p:nvSpPr>
        <p:spPr>
          <a:xfrm>
            <a:off x="580858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40"/>
          <p:cNvSpPr/>
          <p:nvPr/>
        </p:nvSpPr>
        <p:spPr>
          <a:xfrm>
            <a:off x="653983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40"/>
          <p:cNvSpPr/>
          <p:nvPr/>
        </p:nvSpPr>
        <p:spPr>
          <a:xfrm>
            <a:off x="7271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40"/>
          <p:cNvSpPr/>
          <p:nvPr/>
        </p:nvSpPr>
        <p:spPr>
          <a:xfrm>
            <a:off x="80023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40"/>
          <p:cNvSpPr/>
          <p:nvPr/>
        </p:nvSpPr>
        <p:spPr>
          <a:xfrm>
            <a:off x="1340911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40"/>
          <p:cNvSpPr/>
          <p:nvPr/>
        </p:nvSpPr>
        <p:spPr>
          <a:xfrm>
            <a:off x="207167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40"/>
          <p:cNvSpPr/>
          <p:nvPr/>
        </p:nvSpPr>
        <p:spPr>
          <a:xfrm>
            <a:off x="280242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67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40"/>
          <p:cNvSpPr/>
          <p:nvPr/>
        </p:nvSpPr>
        <p:spPr>
          <a:xfrm>
            <a:off x="35331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98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40"/>
          <p:cNvSpPr/>
          <p:nvPr/>
        </p:nvSpPr>
        <p:spPr>
          <a:xfrm>
            <a:off x="426392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40"/>
          <p:cNvSpPr/>
          <p:nvPr/>
        </p:nvSpPr>
        <p:spPr>
          <a:xfrm>
            <a:off x="49946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40"/>
          <p:cNvSpPr/>
          <p:nvPr/>
        </p:nvSpPr>
        <p:spPr>
          <a:xfrm>
            <a:off x="5725300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40"/>
          <p:cNvSpPr/>
          <p:nvPr/>
        </p:nvSpPr>
        <p:spPr>
          <a:xfrm>
            <a:off x="645617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99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40"/>
          <p:cNvSpPr/>
          <p:nvPr/>
        </p:nvSpPr>
        <p:spPr>
          <a:xfrm>
            <a:off x="718692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40"/>
          <p:cNvSpPr/>
          <p:nvPr/>
        </p:nvSpPr>
        <p:spPr>
          <a:xfrm>
            <a:off x="7917689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40"/>
          <p:cNvSpPr txBox="1"/>
          <p:nvPr/>
        </p:nvSpPr>
        <p:spPr>
          <a:xfrm>
            <a:off x="575525" y="1356450"/>
            <a:ext cx="6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40"/>
          <p:cNvSpPr txBox="1"/>
          <p:nvPr/>
        </p:nvSpPr>
        <p:spPr>
          <a:xfrm>
            <a:off x="311700" y="2083225"/>
            <a:ext cx="100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40"/>
          <p:cNvSpPr/>
          <p:nvPr/>
        </p:nvSpPr>
        <p:spPr>
          <a:xfrm>
            <a:off x="2937150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40"/>
          <p:cNvSpPr/>
          <p:nvPr/>
        </p:nvSpPr>
        <p:spPr>
          <a:xfrm>
            <a:off x="3667925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40"/>
          <p:cNvSpPr txBox="1"/>
          <p:nvPr/>
        </p:nvSpPr>
        <p:spPr>
          <a:xfrm>
            <a:off x="3172825" y="2597600"/>
            <a:ext cx="585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Ordenamiento Menor a Mayor</a:t>
            </a:r>
            <a:endParaRPr/>
          </a:p>
        </p:txBody>
      </p:sp>
      <p:sp>
        <p:nvSpPr>
          <p:cNvPr id="598" name="Google Shape;598;p41"/>
          <p:cNvSpPr/>
          <p:nvPr/>
        </p:nvSpPr>
        <p:spPr>
          <a:xfrm>
            <a:off x="14255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41"/>
          <p:cNvSpPr/>
          <p:nvPr/>
        </p:nvSpPr>
        <p:spPr>
          <a:xfrm>
            <a:off x="215627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41"/>
          <p:cNvSpPr/>
          <p:nvPr/>
        </p:nvSpPr>
        <p:spPr>
          <a:xfrm>
            <a:off x="28870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41"/>
          <p:cNvSpPr/>
          <p:nvPr/>
        </p:nvSpPr>
        <p:spPr>
          <a:xfrm>
            <a:off x="36168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41"/>
          <p:cNvSpPr/>
          <p:nvPr/>
        </p:nvSpPr>
        <p:spPr>
          <a:xfrm>
            <a:off x="4347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41"/>
          <p:cNvSpPr/>
          <p:nvPr/>
        </p:nvSpPr>
        <p:spPr>
          <a:xfrm>
            <a:off x="507735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41"/>
          <p:cNvSpPr/>
          <p:nvPr/>
        </p:nvSpPr>
        <p:spPr>
          <a:xfrm>
            <a:off x="580858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41"/>
          <p:cNvSpPr/>
          <p:nvPr/>
        </p:nvSpPr>
        <p:spPr>
          <a:xfrm>
            <a:off x="653983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41"/>
          <p:cNvSpPr/>
          <p:nvPr/>
        </p:nvSpPr>
        <p:spPr>
          <a:xfrm>
            <a:off x="7271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41"/>
          <p:cNvSpPr/>
          <p:nvPr/>
        </p:nvSpPr>
        <p:spPr>
          <a:xfrm>
            <a:off x="80023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41"/>
          <p:cNvSpPr/>
          <p:nvPr/>
        </p:nvSpPr>
        <p:spPr>
          <a:xfrm>
            <a:off x="1340911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41"/>
          <p:cNvSpPr/>
          <p:nvPr/>
        </p:nvSpPr>
        <p:spPr>
          <a:xfrm>
            <a:off x="207167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41"/>
          <p:cNvSpPr/>
          <p:nvPr/>
        </p:nvSpPr>
        <p:spPr>
          <a:xfrm>
            <a:off x="280242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67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41"/>
          <p:cNvSpPr/>
          <p:nvPr/>
        </p:nvSpPr>
        <p:spPr>
          <a:xfrm>
            <a:off x="35331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98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41"/>
          <p:cNvSpPr/>
          <p:nvPr/>
        </p:nvSpPr>
        <p:spPr>
          <a:xfrm>
            <a:off x="426392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41"/>
          <p:cNvSpPr/>
          <p:nvPr/>
        </p:nvSpPr>
        <p:spPr>
          <a:xfrm>
            <a:off x="49946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41"/>
          <p:cNvSpPr/>
          <p:nvPr/>
        </p:nvSpPr>
        <p:spPr>
          <a:xfrm>
            <a:off x="5725300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41"/>
          <p:cNvSpPr/>
          <p:nvPr/>
        </p:nvSpPr>
        <p:spPr>
          <a:xfrm>
            <a:off x="645617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99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41"/>
          <p:cNvSpPr/>
          <p:nvPr/>
        </p:nvSpPr>
        <p:spPr>
          <a:xfrm>
            <a:off x="718692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41"/>
          <p:cNvSpPr/>
          <p:nvPr/>
        </p:nvSpPr>
        <p:spPr>
          <a:xfrm>
            <a:off x="7917689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41"/>
          <p:cNvSpPr txBox="1"/>
          <p:nvPr/>
        </p:nvSpPr>
        <p:spPr>
          <a:xfrm>
            <a:off x="575525" y="1356450"/>
            <a:ext cx="6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41"/>
          <p:cNvSpPr txBox="1"/>
          <p:nvPr/>
        </p:nvSpPr>
        <p:spPr>
          <a:xfrm>
            <a:off x="311700" y="2083225"/>
            <a:ext cx="100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41"/>
          <p:cNvSpPr/>
          <p:nvPr/>
        </p:nvSpPr>
        <p:spPr>
          <a:xfrm>
            <a:off x="2937150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41"/>
          <p:cNvSpPr/>
          <p:nvPr/>
        </p:nvSpPr>
        <p:spPr>
          <a:xfrm>
            <a:off x="3667925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41"/>
          <p:cNvSpPr txBox="1"/>
          <p:nvPr/>
        </p:nvSpPr>
        <p:spPr>
          <a:xfrm>
            <a:off x="3172825" y="2597600"/>
            <a:ext cx="585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3" name="Google Shape;623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9725" y="3074725"/>
            <a:ext cx="283450" cy="28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Ordenamiento Menor a Mayor</a:t>
            </a:r>
            <a:endParaRPr/>
          </a:p>
        </p:txBody>
      </p:sp>
      <p:sp>
        <p:nvSpPr>
          <p:cNvPr id="629" name="Google Shape;629;p42"/>
          <p:cNvSpPr/>
          <p:nvPr/>
        </p:nvSpPr>
        <p:spPr>
          <a:xfrm>
            <a:off x="14255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42"/>
          <p:cNvSpPr/>
          <p:nvPr/>
        </p:nvSpPr>
        <p:spPr>
          <a:xfrm>
            <a:off x="215627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42"/>
          <p:cNvSpPr/>
          <p:nvPr/>
        </p:nvSpPr>
        <p:spPr>
          <a:xfrm>
            <a:off x="28870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42"/>
          <p:cNvSpPr/>
          <p:nvPr/>
        </p:nvSpPr>
        <p:spPr>
          <a:xfrm>
            <a:off x="36168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42"/>
          <p:cNvSpPr/>
          <p:nvPr/>
        </p:nvSpPr>
        <p:spPr>
          <a:xfrm>
            <a:off x="4347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42"/>
          <p:cNvSpPr/>
          <p:nvPr/>
        </p:nvSpPr>
        <p:spPr>
          <a:xfrm>
            <a:off x="507735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42"/>
          <p:cNvSpPr/>
          <p:nvPr/>
        </p:nvSpPr>
        <p:spPr>
          <a:xfrm>
            <a:off x="580858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42"/>
          <p:cNvSpPr/>
          <p:nvPr/>
        </p:nvSpPr>
        <p:spPr>
          <a:xfrm>
            <a:off x="653983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42"/>
          <p:cNvSpPr/>
          <p:nvPr/>
        </p:nvSpPr>
        <p:spPr>
          <a:xfrm>
            <a:off x="7271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42"/>
          <p:cNvSpPr/>
          <p:nvPr/>
        </p:nvSpPr>
        <p:spPr>
          <a:xfrm>
            <a:off x="80023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42"/>
          <p:cNvSpPr/>
          <p:nvPr/>
        </p:nvSpPr>
        <p:spPr>
          <a:xfrm>
            <a:off x="1340911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42"/>
          <p:cNvSpPr/>
          <p:nvPr/>
        </p:nvSpPr>
        <p:spPr>
          <a:xfrm>
            <a:off x="207167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42"/>
          <p:cNvSpPr/>
          <p:nvPr/>
        </p:nvSpPr>
        <p:spPr>
          <a:xfrm>
            <a:off x="280242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67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42"/>
          <p:cNvSpPr/>
          <p:nvPr/>
        </p:nvSpPr>
        <p:spPr>
          <a:xfrm>
            <a:off x="35331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98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42"/>
          <p:cNvSpPr/>
          <p:nvPr/>
        </p:nvSpPr>
        <p:spPr>
          <a:xfrm>
            <a:off x="426392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42"/>
          <p:cNvSpPr/>
          <p:nvPr/>
        </p:nvSpPr>
        <p:spPr>
          <a:xfrm>
            <a:off x="49946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42"/>
          <p:cNvSpPr/>
          <p:nvPr/>
        </p:nvSpPr>
        <p:spPr>
          <a:xfrm>
            <a:off x="5725300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42"/>
          <p:cNvSpPr/>
          <p:nvPr/>
        </p:nvSpPr>
        <p:spPr>
          <a:xfrm>
            <a:off x="645617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99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42"/>
          <p:cNvSpPr/>
          <p:nvPr/>
        </p:nvSpPr>
        <p:spPr>
          <a:xfrm>
            <a:off x="718692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42"/>
          <p:cNvSpPr/>
          <p:nvPr/>
        </p:nvSpPr>
        <p:spPr>
          <a:xfrm>
            <a:off x="7917689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42"/>
          <p:cNvSpPr txBox="1"/>
          <p:nvPr/>
        </p:nvSpPr>
        <p:spPr>
          <a:xfrm>
            <a:off x="575525" y="1356450"/>
            <a:ext cx="6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42"/>
          <p:cNvSpPr txBox="1"/>
          <p:nvPr/>
        </p:nvSpPr>
        <p:spPr>
          <a:xfrm>
            <a:off x="311700" y="2083225"/>
            <a:ext cx="100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42"/>
          <p:cNvSpPr/>
          <p:nvPr/>
        </p:nvSpPr>
        <p:spPr>
          <a:xfrm>
            <a:off x="3675700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42"/>
          <p:cNvSpPr/>
          <p:nvPr/>
        </p:nvSpPr>
        <p:spPr>
          <a:xfrm>
            <a:off x="4406475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42"/>
          <p:cNvSpPr txBox="1"/>
          <p:nvPr/>
        </p:nvSpPr>
        <p:spPr>
          <a:xfrm>
            <a:off x="3911375" y="2597600"/>
            <a:ext cx="585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Ordenamiento Menor a Mayor</a:t>
            </a:r>
            <a:endParaRPr/>
          </a:p>
        </p:txBody>
      </p:sp>
      <p:sp>
        <p:nvSpPr>
          <p:cNvPr id="659" name="Google Shape;659;p43"/>
          <p:cNvSpPr/>
          <p:nvPr/>
        </p:nvSpPr>
        <p:spPr>
          <a:xfrm>
            <a:off x="14255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43"/>
          <p:cNvSpPr/>
          <p:nvPr/>
        </p:nvSpPr>
        <p:spPr>
          <a:xfrm>
            <a:off x="215627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43"/>
          <p:cNvSpPr/>
          <p:nvPr/>
        </p:nvSpPr>
        <p:spPr>
          <a:xfrm>
            <a:off x="28870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43"/>
          <p:cNvSpPr/>
          <p:nvPr/>
        </p:nvSpPr>
        <p:spPr>
          <a:xfrm>
            <a:off x="36168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43"/>
          <p:cNvSpPr/>
          <p:nvPr/>
        </p:nvSpPr>
        <p:spPr>
          <a:xfrm>
            <a:off x="4347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43"/>
          <p:cNvSpPr/>
          <p:nvPr/>
        </p:nvSpPr>
        <p:spPr>
          <a:xfrm>
            <a:off x="507735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43"/>
          <p:cNvSpPr/>
          <p:nvPr/>
        </p:nvSpPr>
        <p:spPr>
          <a:xfrm>
            <a:off x="580858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43"/>
          <p:cNvSpPr/>
          <p:nvPr/>
        </p:nvSpPr>
        <p:spPr>
          <a:xfrm>
            <a:off x="653983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43"/>
          <p:cNvSpPr/>
          <p:nvPr/>
        </p:nvSpPr>
        <p:spPr>
          <a:xfrm>
            <a:off x="7271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43"/>
          <p:cNvSpPr/>
          <p:nvPr/>
        </p:nvSpPr>
        <p:spPr>
          <a:xfrm>
            <a:off x="80023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43"/>
          <p:cNvSpPr/>
          <p:nvPr/>
        </p:nvSpPr>
        <p:spPr>
          <a:xfrm>
            <a:off x="1340911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43"/>
          <p:cNvSpPr/>
          <p:nvPr/>
        </p:nvSpPr>
        <p:spPr>
          <a:xfrm>
            <a:off x="207167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43"/>
          <p:cNvSpPr/>
          <p:nvPr/>
        </p:nvSpPr>
        <p:spPr>
          <a:xfrm>
            <a:off x="280242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67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43"/>
          <p:cNvSpPr/>
          <p:nvPr/>
        </p:nvSpPr>
        <p:spPr>
          <a:xfrm>
            <a:off x="35331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98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43"/>
          <p:cNvSpPr/>
          <p:nvPr/>
        </p:nvSpPr>
        <p:spPr>
          <a:xfrm>
            <a:off x="426392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43"/>
          <p:cNvSpPr/>
          <p:nvPr/>
        </p:nvSpPr>
        <p:spPr>
          <a:xfrm>
            <a:off x="49946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43"/>
          <p:cNvSpPr/>
          <p:nvPr/>
        </p:nvSpPr>
        <p:spPr>
          <a:xfrm>
            <a:off x="5725300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43"/>
          <p:cNvSpPr/>
          <p:nvPr/>
        </p:nvSpPr>
        <p:spPr>
          <a:xfrm>
            <a:off x="645617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99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43"/>
          <p:cNvSpPr/>
          <p:nvPr/>
        </p:nvSpPr>
        <p:spPr>
          <a:xfrm>
            <a:off x="718692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43"/>
          <p:cNvSpPr/>
          <p:nvPr/>
        </p:nvSpPr>
        <p:spPr>
          <a:xfrm>
            <a:off x="7917689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43"/>
          <p:cNvSpPr txBox="1"/>
          <p:nvPr/>
        </p:nvSpPr>
        <p:spPr>
          <a:xfrm>
            <a:off x="575525" y="1356450"/>
            <a:ext cx="6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43"/>
          <p:cNvSpPr txBox="1"/>
          <p:nvPr/>
        </p:nvSpPr>
        <p:spPr>
          <a:xfrm>
            <a:off x="311700" y="2083225"/>
            <a:ext cx="100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43"/>
          <p:cNvSpPr/>
          <p:nvPr/>
        </p:nvSpPr>
        <p:spPr>
          <a:xfrm>
            <a:off x="3675700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43"/>
          <p:cNvSpPr/>
          <p:nvPr/>
        </p:nvSpPr>
        <p:spPr>
          <a:xfrm>
            <a:off x="4406475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43"/>
          <p:cNvSpPr txBox="1"/>
          <p:nvPr/>
        </p:nvSpPr>
        <p:spPr>
          <a:xfrm>
            <a:off x="3911375" y="2597600"/>
            <a:ext cx="585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4" name="Google Shape;684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75988" y="2973325"/>
            <a:ext cx="325800" cy="32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Ordenamiento Menor a Mayor</a:t>
            </a:r>
            <a:endParaRPr/>
          </a:p>
        </p:txBody>
      </p:sp>
      <p:sp>
        <p:nvSpPr>
          <p:cNvPr id="690" name="Google Shape;690;p44"/>
          <p:cNvSpPr/>
          <p:nvPr/>
        </p:nvSpPr>
        <p:spPr>
          <a:xfrm>
            <a:off x="14255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44"/>
          <p:cNvSpPr/>
          <p:nvPr/>
        </p:nvSpPr>
        <p:spPr>
          <a:xfrm>
            <a:off x="215627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44"/>
          <p:cNvSpPr/>
          <p:nvPr/>
        </p:nvSpPr>
        <p:spPr>
          <a:xfrm>
            <a:off x="28870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44"/>
          <p:cNvSpPr/>
          <p:nvPr/>
        </p:nvSpPr>
        <p:spPr>
          <a:xfrm>
            <a:off x="36168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44"/>
          <p:cNvSpPr/>
          <p:nvPr/>
        </p:nvSpPr>
        <p:spPr>
          <a:xfrm>
            <a:off x="4347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44"/>
          <p:cNvSpPr/>
          <p:nvPr/>
        </p:nvSpPr>
        <p:spPr>
          <a:xfrm>
            <a:off x="507735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44"/>
          <p:cNvSpPr/>
          <p:nvPr/>
        </p:nvSpPr>
        <p:spPr>
          <a:xfrm>
            <a:off x="580858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44"/>
          <p:cNvSpPr/>
          <p:nvPr/>
        </p:nvSpPr>
        <p:spPr>
          <a:xfrm>
            <a:off x="653983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44"/>
          <p:cNvSpPr/>
          <p:nvPr/>
        </p:nvSpPr>
        <p:spPr>
          <a:xfrm>
            <a:off x="7271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44"/>
          <p:cNvSpPr/>
          <p:nvPr/>
        </p:nvSpPr>
        <p:spPr>
          <a:xfrm>
            <a:off x="80023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44"/>
          <p:cNvSpPr/>
          <p:nvPr/>
        </p:nvSpPr>
        <p:spPr>
          <a:xfrm>
            <a:off x="1340911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44"/>
          <p:cNvSpPr/>
          <p:nvPr/>
        </p:nvSpPr>
        <p:spPr>
          <a:xfrm>
            <a:off x="207167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44"/>
          <p:cNvSpPr/>
          <p:nvPr/>
        </p:nvSpPr>
        <p:spPr>
          <a:xfrm>
            <a:off x="280242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67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44"/>
          <p:cNvSpPr/>
          <p:nvPr/>
        </p:nvSpPr>
        <p:spPr>
          <a:xfrm>
            <a:off x="35331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44"/>
          <p:cNvSpPr/>
          <p:nvPr/>
        </p:nvSpPr>
        <p:spPr>
          <a:xfrm>
            <a:off x="426392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98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44"/>
          <p:cNvSpPr/>
          <p:nvPr/>
        </p:nvSpPr>
        <p:spPr>
          <a:xfrm>
            <a:off x="49946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44"/>
          <p:cNvSpPr/>
          <p:nvPr/>
        </p:nvSpPr>
        <p:spPr>
          <a:xfrm>
            <a:off x="5725300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44"/>
          <p:cNvSpPr/>
          <p:nvPr/>
        </p:nvSpPr>
        <p:spPr>
          <a:xfrm>
            <a:off x="645617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99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44"/>
          <p:cNvSpPr/>
          <p:nvPr/>
        </p:nvSpPr>
        <p:spPr>
          <a:xfrm>
            <a:off x="718692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44"/>
          <p:cNvSpPr/>
          <p:nvPr/>
        </p:nvSpPr>
        <p:spPr>
          <a:xfrm>
            <a:off x="7917689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44"/>
          <p:cNvSpPr txBox="1"/>
          <p:nvPr/>
        </p:nvSpPr>
        <p:spPr>
          <a:xfrm>
            <a:off x="575525" y="1356450"/>
            <a:ext cx="6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44"/>
          <p:cNvSpPr txBox="1"/>
          <p:nvPr/>
        </p:nvSpPr>
        <p:spPr>
          <a:xfrm>
            <a:off x="311700" y="2083225"/>
            <a:ext cx="100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44"/>
          <p:cNvSpPr/>
          <p:nvPr/>
        </p:nvSpPr>
        <p:spPr>
          <a:xfrm>
            <a:off x="3675700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44"/>
          <p:cNvSpPr/>
          <p:nvPr/>
        </p:nvSpPr>
        <p:spPr>
          <a:xfrm>
            <a:off x="4406475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44"/>
          <p:cNvSpPr txBox="1"/>
          <p:nvPr/>
        </p:nvSpPr>
        <p:spPr>
          <a:xfrm>
            <a:off x="3911375" y="2597600"/>
            <a:ext cx="585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5" name="Google Shape;71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75988" y="2973325"/>
            <a:ext cx="325800" cy="32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Ordenamiento Menor a Mayor</a:t>
            </a:r>
            <a:endParaRPr/>
          </a:p>
        </p:txBody>
      </p:sp>
      <p:sp>
        <p:nvSpPr>
          <p:cNvPr id="721" name="Google Shape;721;p45"/>
          <p:cNvSpPr/>
          <p:nvPr/>
        </p:nvSpPr>
        <p:spPr>
          <a:xfrm>
            <a:off x="14255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45"/>
          <p:cNvSpPr/>
          <p:nvPr/>
        </p:nvSpPr>
        <p:spPr>
          <a:xfrm>
            <a:off x="215627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45"/>
          <p:cNvSpPr/>
          <p:nvPr/>
        </p:nvSpPr>
        <p:spPr>
          <a:xfrm>
            <a:off x="28870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45"/>
          <p:cNvSpPr/>
          <p:nvPr/>
        </p:nvSpPr>
        <p:spPr>
          <a:xfrm>
            <a:off x="36168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45"/>
          <p:cNvSpPr/>
          <p:nvPr/>
        </p:nvSpPr>
        <p:spPr>
          <a:xfrm>
            <a:off x="4347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45"/>
          <p:cNvSpPr/>
          <p:nvPr/>
        </p:nvSpPr>
        <p:spPr>
          <a:xfrm>
            <a:off x="507735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45"/>
          <p:cNvSpPr/>
          <p:nvPr/>
        </p:nvSpPr>
        <p:spPr>
          <a:xfrm>
            <a:off x="580858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45"/>
          <p:cNvSpPr/>
          <p:nvPr/>
        </p:nvSpPr>
        <p:spPr>
          <a:xfrm>
            <a:off x="653983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45"/>
          <p:cNvSpPr/>
          <p:nvPr/>
        </p:nvSpPr>
        <p:spPr>
          <a:xfrm>
            <a:off x="7271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45"/>
          <p:cNvSpPr/>
          <p:nvPr/>
        </p:nvSpPr>
        <p:spPr>
          <a:xfrm>
            <a:off x="80023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45"/>
          <p:cNvSpPr/>
          <p:nvPr/>
        </p:nvSpPr>
        <p:spPr>
          <a:xfrm>
            <a:off x="1340911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45"/>
          <p:cNvSpPr/>
          <p:nvPr/>
        </p:nvSpPr>
        <p:spPr>
          <a:xfrm>
            <a:off x="207167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45"/>
          <p:cNvSpPr/>
          <p:nvPr/>
        </p:nvSpPr>
        <p:spPr>
          <a:xfrm>
            <a:off x="280242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67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45"/>
          <p:cNvSpPr/>
          <p:nvPr/>
        </p:nvSpPr>
        <p:spPr>
          <a:xfrm>
            <a:off x="35331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45"/>
          <p:cNvSpPr/>
          <p:nvPr/>
        </p:nvSpPr>
        <p:spPr>
          <a:xfrm>
            <a:off x="426392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98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45"/>
          <p:cNvSpPr/>
          <p:nvPr/>
        </p:nvSpPr>
        <p:spPr>
          <a:xfrm>
            <a:off x="49946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45"/>
          <p:cNvSpPr/>
          <p:nvPr/>
        </p:nvSpPr>
        <p:spPr>
          <a:xfrm>
            <a:off x="5725300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45"/>
          <p:cNvSpPr/>
          <p:nvPr/>
        </p:nvSpPr>
        <p:spPr>
          <a:xfrm>
            <a:off x="645617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99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45"/>
          <p:cNvSpPr/>
          <p:nvPr/>
        </p:nvSpPr>
        <p:spPr>
          <a:xfrm>
            <a:off x="718692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45"/>
          <p:cNvSpPr/>
          <p:nvPr/>
        </p:nvSpPr>
        <p:spPr>
          <a:xfrm>
            <a:off x="7917689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45"/>
          <p:cNvSpPr txBox="1"/>
          <p:nvPr/>
        </p:nvSpPr>
        <p:spPr>
          <a:xfrm>
            <a:off x="575525" y="1356450"/>
            <a:ext cx="6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45"/>
          <p:cNvSpPr txBox="1"/>
          <p:nvPr/>
        </p:nvSpPr>
        <p:spPr>
          <a:xfrm>
            <a:off x="311700" y="2083225"/>
            <a:ext cx="100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45"/>
          <p:cNvSpPr/>
          <p:nvPr/>
        </p:nvSpPr>
        <p:spPr>
          <a:xfrm>
            <a:off x="4392613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45"/>
          <p:cNvSpPr/>
          <p:nvPr/>
        </p:nvSpPr>
        <p:spPr>
          <a:xfrm>
            <a:off x="5123388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45"/>
          <p:cNvSpPr txBox="1"/>
          <p:nvPr/>
        </p:nvSpPr>
        <p:spPr>
          <a:xfrm>
            <a:off x="4628288" y="2597600"/>
            <a:ext cx="585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Ordenamiento Menor a Mayor</a:t>
            </a:r>
            <a:endParaRPr/>
          </a:p>
        </p:txBody>
      </p:sp>
      <p:sp>
        <p:nvSpPr>
          <p:cNvPr id="751" name="Google Shape;751;p46"/>
          <p:cNvSpPr/>
          <p:nvPr/>
        </p:nvSpPr>
        <p:spPr>
          <a:xfrm>
            <a:off x="14255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46"/>
          <p:cNvSpPr/>
          <p:nvPr/>
        </p:nvSpPr>
        <p:spPr>
          <a:xfrm>
            <a:off x="215627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46"/>
          <p:cNvSpPr/>
          <p:nvPr/>
        </p:nvSpPr>
        <p:spPr>
          <a:xfrm>
            <a:off x="28870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46"/>
          <p:cNvSpPr/>
          <p:nvPr/>
        </p:nvSpPr>
        <p:spPr>
          <a:xfrm>
            <a:off x="36168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46"/>
          <p:cNvSpPr/>
          <p:nvPr/>
        </p:nvSpPr>
        <p:spPr>
          <a:xfrm>
            <a:off x="4347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46"/>
          <p:cNvSpPr/>
          <p:nvPr/>
        </p:nvSpPr>
        <p:spPr>
          <a:xfrm>
            <a:off x="507735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46"/>
          <p:cNvSpPr/>
          <p:nvPr/>
        </p:nvSpPr>
        <p:spPr>
          <a:xfrm>
            <a:off x="580858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46"/>
          <p:cNvSpPr/>
          <p:nvPr/>
        </p:nvSpPr>
        <p:spPr>
          <a:xfrm>
            <a:off x="653983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46"/>
          <p:cNvSpPr/>
          <p:nvPr/>
        </p:nvSpPr>
        <p:spPr>
          <a:xfrm>
            <a:off x="7271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46"/>
          <p:cNvSpPr/>
          <p:nvPr/>
        </p:nvSpPr>
        <p:spPr>
          <a:xfrm>
            <a:off x="80023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46"/>
          <p:cNvSpPr/>
          <p:nvPr/>
        </p:nvSpPr>
        <p:spPr>
          <a:xfrm>
            <a:off x="1340911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46"/>
          <p:cNvSpPr/>
          <p:nvPr/>
        </p:nvSpPr>
        <p:spPr>
          <a:xfrm>
            <a:off x="207167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46"/>
          <p:cNvSpPr/>
          <p:nvPr/>
        </p:nvSpPr>
        <p:spPr>
          <a:xfrm>
            <a:off x="280242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67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46"/>
          <p:cNvSpPr/>
          <p:nvPr/>
        </p:nvSpPr>
        <p:spPr>
          <a:xfrm>
            <a:off x="35331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46"/>
          <p:cNvSpPr/>
          <p:nvPr/>
        </p:nvSpPr>
        <p:spPr>
          <a:xfrm>
            <a:off x="426392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98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46"/>
          <p:cNvSpPr/>
          <p:nvPr/>
        </p:nvSpPr>
        <p:spPr>
          <a:xfrm>
            <a:off x="49946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46"/>
          <p:cNvSpPr/>
          <p:nvPr/>
        </p:nvSpPr>
        <p:spPr>
          <a:xfrm>
            <a:off x="5725300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46"/>
          <p:cNvSpPr/>
          <p:nvPr/>
        </p:nvSpPr>
        <p:spPr>
          <a:xfrm>
            <a:off x="645617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99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46"/>
          <p:cNvSpPr/>
          <p:nvPr/>
        </p:nvSpPr>
        <p:spPr>
          <a:xfrm>
            <a:off x="718692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46"/>
          <p:cNvSpPr/>
          <p:nvPr/>
        </p:nvSpPr>
        <p:spPr>
          <a:xfrm>
            <a:off x="7917689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46"/>
          <p:cNvSpPr txBox="1"/>
          <p:nvPr/>
        </p:nvSpPr>
        <p:spPr>
          <a:xfrm>
            <a:off x="575525" y="1356450"/>
            <a:ext cx="6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46"/>
          <p:cNvSpPr txBox="1"/>
          <p:nvPr/>
        </p:nvSpPr>
        <p:spPr>
          <a:xfrm>
            <a:off x="311700" y="2083225"/>
            <a:ext cx="100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46"/>
          <p:cNvSpPr/>
          <p:nvPr/>
        </p:nvSpPr>
        <p:spPr>
          <a:xfrm>
            <a:off x="4392613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46"/>
          <p:cNvSpPr/>
          <p:nvPr/>
        </p:nvSpPr>
        <p:spPr>
          <a:xfrm>
            <a:off x="5123388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46"/>
          <p:cNvSpPr txBox="1"/>
          <p:nvPr/>
        </p:nvSpPr>
        <p:spPr>
          <a:xfrm>
            <a:off x="4628288" y="2597600"/>
            <a:ext cx="585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6" name="Google Shape;776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92900" y="2973325"/>
            <a:ext cx="325800" cy="32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Ordenamiento Menor a Mayor</a:t>
            </a:r>
            <a:endParaRPr/>
          </a:p>
        </p:txBody>
      </p:sp>
      <p:sp>
        <p:nvSpPr>
          <p:cNvPr id="782" name="Google Shape;782;p47"/>
          <p:cNvSpPr/>
          <p:nvPr/>
        </p:nvSpPr>
        <p:spPr>
          <a:xfrm>
            <a:off x="14255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47"/>
          <p:cNvSpPr/>
          <p:nvPr/>
        </p:nvSpPr>
        <p:spPr>
          <a:xfrm>
            <a:off x="215627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47"/>
          <p:cNvSpPr/>
          <p:nvPr/>
        </p:nvSpPr>
        <p:spPr>
          <a:xfrm>
            <a:off x="28870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47"/>
          <p:cNvSpPr/>
          <p:nvPr/>
        </p:nvSpPr>
        <p:spPr>
          <a:xfrm>
            <a:off x="36168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47"/>
          <p:cNvSpPr/>
          <p:nvPr/>
        </p:nvSpPr>
        <p:spPr>
          <a:xfrm>
            <a:off x="4347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47"/>
          <p:cNvSpPr/>
          <p:nvPr/>
        </p:nvSpPr>
        <p:spPr>
          <a:xfrm>
            <a:off x="507735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47"/>
          <p:cNvSpPr/>
          <p:nvPr/>
        </p:nvSpPr>
        <p:spPr>
          <a:xfrm>
            <a:off x="580858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47"/>
          <p:cNvSpPr/>
          <p:nvPr/>
        </p:nvSpPr>
        <p:spPr>
          <a:xfrm>
            <a:off x="653983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47"/>
          <p:cNvSpPr/>
          <p:nvPr/>
        </p:nvSpPr>
        <p:spPr>
          <a:xfrm>
            <a:off x="7271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47"/>
          <p:cNvSpPr/>
          <p:nvPr/>
        </p:nvSpPr>
        <p:spPr>
          <a:xfrm>
            <a:off x="80023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47"/>
          <p:cNvSpPr/>
          <p:nvPr/>
        </p:nvSpPr>
        <p:spPr>
          <a:xfrm>
            <a:off x="1340911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47"/>
          <p:cNvSpPr/>
          <p:nvPr/>
        </p:nvSpPr>
        <p:spPr>
          <a:xfrm>
            <a:off x="207167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47"/>
          <p:cNvSpPr/>
          <p:nvPr/>
        </p:nvSpPr>
        <p:spPr>
          <a:xfrm>
            <a:off x="280242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67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47"/>
          <p:cNvSpPr/>
          <p:nvPr/>
        </p:nvSpPr>
        <p:spPr>
          <a:xfrm>
            <a:off x="35331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47"/>
          <p:cNvSpPr/>
          <p:nvPr/>
        </p:nvSpPr>
        <p:spPr>
          <a:xfrm>
            <a:off x="426392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47"/>
          <p:cNvSpPr/>
          <p:nvPr/>
        </p:nvSpPr>
        <p:spPr>
          <a:xfrm>
            <a:off x="49946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98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47"/>
          <p:cNvSpPr/>
          <p:nvPr/>
        </p:nvSpPr>
        <p:spPr>
          <a:xfrm>
            <a:off x="5725300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47"/>
          <p:cNvSpPr/>
          <p:nvPr/>
        </p:nvSpPr>
        <p:spPr>
          <a:xfrm>
            <a:off x="645617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99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47"/>
          <p:cNvSpPr/>
          <p:nvPr/>
        </p:nvSpPr>
        <p:spPr>
          <a:xfrm>
            <a:off x="718692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47"/>
          <p:cNvSpPr/>
          <p:nvPr/>
        </p:nvSpPr>
        <p:spPr>
          <a:xfrm>
            <a:off x="7917689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47"/>
          <p:cNvSpPr txBox="1"/>
          <p:nvPr/>
        </p:nvSpPr>
        <p:spPr>
          <a:xfrm>
            <a:off x="575525" y="1356450"/>
            <a:ext cx="6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47"/>
          <p:cNvSpPr txBox="1"/>
          <p:nvPr/>
        </p:nvSpPr>
        <p:spPr>
          <a:xfrm>
            <a:off x="311700" y="2083225"/>
            <a:ext cx="100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47"/>
          <p:cNvSpPr/>
          <p:nvPr/>
        </p:nvSpPr>
        <p:spPr>
          <a:xfrm>
            <a:off x="4392613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47"/>
          <p:cNvSpPr/>
          <p:nvPr/>
        </p:nvSpPr>
        <p:spPr>
          <a:xfrm>
            <a:off x="5123388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47"/>
          <p:cNvSpPr txBox="1"/>
          <p:nvPr/>
        </p:nvSpPr>
        <p:spPr>
          <a:xfrm>
            <a:off x="4628288" y="2597600"/>
            <a:ext cx="585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7" name="Google Shape;807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92900" y="2973325"/>
            <a:ext cx="325800" cy="32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Ordenamiento Menor a Mayor</a:t>
            </a:r>
            <a:endParaRPr/>
          </a:p>
        </p:txBody>
      </p:sp>
      <p:sp>
        <p:nvSpPr>
          <p:cNvPr id="813" name="Google Shape;813;p48"/>
          <p:cNvSpPr/>
          <p:nvPr/>
        </p:nvSpPr>
        <p:spPr>
          <a:xfrm>
            <a:off x="14255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48"/>
          <p:cNvSpPr/>
          <p:nvPr/>
        </p:nvSpPr>
        <p:spPr>
          <a:xfrm>
            <a:off x="215627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48"/>
          <p:cNvSpPr/>
          <p:nvPr/>
        </p:nvSpPr>
        <p:spPr>
          <a:xfrm>
            <a:off x="28870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48"/>
          <p:cNvSpPr/>
          <p:nvPr/>
        </p:nvSpPr>
        <p:spPr>
          <a:xfrm>
            <a:off x="36168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48"/>
          <p:cNvSpPr/>
          <p:nvPr/>
        </p:nvSpPr>
        <p:spPr>
          <a:xfrm>
            <a:off x="4347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48"/>
          <p:cNvSpPr/>
          <p:nvPr/>
        </p:nvSpPr>
        <p:spPr>
          <a:xfrm>
            <a:off x="507735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48"/>
          <p:cNvSpPr/>
          <p:nvPr/>
        </p:nvSpPr>
        <p:spPr>
          <a:xfrm>
            <a:off x="580858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48"/>
          <p:cNvSpPr/>
          <p:nvPr/>
        </p:nvSpPr>
        <p:spPr>
          <a:xfrm>
            <a:off x="653983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48"/>
          <p:cNvSpPr/>
          <p:nvPr/>
        </p:nvSpPr>
        <p:spPr>
          <a:xfrm>
            <a:off x="7271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p48"/>
          <p:cNvSpPr/>
          <p:nvPr/>
        </p:nvSpPr>
        <p:spPr>
          <a:xfrm>
            <a:off x="80023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48"/>
          <p:cNvSpPr/>
          <p:nvPr/>
        </p:nvSpPr>
        <p:spPr>
          <a:xfrm>
            <a:off x="1340911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48"/>
          <p:cNvSpPr/>
          <p:nvPr/>
        </p:nvSpPr>
        <p:spPr>
          <a:xfrm>
            <a:off x="207167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48"/>
          <p:cNvSpPr/>
          <p:nvPr/>
        </p:nvSpPr>
        <p:spPr>
          <a:xfrm>
            <a:off x="280242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67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p48"/>
          <p:cNvSpPr/>
          <p:nvPr/>
        </p:nvSpPr>
        <p:spPr>
          <a:xfrm>
            <a:off x="35331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48"/>
          <p:cNvSpPr/>
          <p:nvPr/>
        </p:nvSpPr>
        <p:spPr>
          <a:xfrm>
            <a:off x="426392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48"/>
          <p:cNvSpPr/>
          <p:nvPr/>
        </p:nvSpPr>
        <p:spPr>
          <a:xfrm>
            <a:off x="49946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98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48"/>
          <p:cNvSpPr/>
          <p:nvPr/>
        </p:nvSpPr>
        <p:spPr>
          <a:xfrm>
            <a:off x="5725300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48"/>
          <p:cNvSpPr/>
          <p:nvPr/>
        </p:nvSpPr>
        <p:spPr>
          <a:xfrm>
            <a:off x="645617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99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48"/>
          <p:cNvSpPr/>
          <p:nvPr/>
        </p:nvSpPr>
        <p:spPr>
          <a:xfrm>
            <a:off x="718692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48"/>
          <p:cNvSpPr/>
          <p:nvPr/>
        </p:nvSpPr>
        <p:spPr>
          <a:xfrm>
            <a:off x="7917689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48"/>
          <p:cNvSpPr txBox="1"/>
          <p:nvPr/>
        </p:nvSpPr>
        <p:spPr>
          <a:xfrm>
            <a:off x="575525" y="1356450"/>
            <a:ext cx="6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48"/>
          <p:cNvSpPr txBox="1"/>
          <p:nvPr/>
        </p:nvSpPr>
        <p:spPr>
          <a:xfrm>
            <a:off x="311700" y="2083225"/>
            <a:ext cx="100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48"/>
          <p:cNvSpPr/>
          <p:nvPr/>
        </p:nvSpPr>
        <p:spPr>
          <a:xfrm>
            <a:off x="5134563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48"/>
          <p:cNvSpPr/>
          <p:nvPr/>
        </p:nvSpPr>
        <p:spPr>
          <a:xfrm>
            <a:off x="5865338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48"/>
          <p:cNvSpPr txBox="1"/>
          <p:nvPr/>
        </p:nvSpPr>
        <p:spPr>
          <a:xfrm>
            <a:off x="5370238" y="2597600"/>
            <a:ext cx="585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Ordenamiento Menor a Mayor</a:t>
            </a:r>
            <a:endParaRPr/>
          </a:p>
        </p:txBody>
      </p:sp>
      <p:sp>
        <p:nvSpPr>
          <p:cNvPr id="843" name="Google Shape;843;p49"/>
          <p:cNvSpPr/>
          <p:nvPr/>
        </p:nvSpPr>
        <p:spPr>
          <a:xfrm>
            <a:off x="14255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49"/>
          <p:cNvSpPr/>
          <p:nvPr/>
        </p:nvSpPr>
        <p:spPr>
          <a:xfrm>
            <a:off x="215627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49"/>
          <p:cNvSpPr/>
          <p:nvPr/>
        </p:nvSpPr>
        <p:spPr>
          <a:xfrm>
            <a:off x="28870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49"/>
          <p:cNvSpPr/>
          <p:nvPr/>
        </p:nvSpPr>
        <p:spPr>
          <a:xfrm>
            <a:off x="36168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49"/>
          <p:cNvSpPr/>
          <p:nvPr/>
        </p:nvSpPr>
        <p:spPr>
          <a:xfrm>
            <a:off x="4347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49"/>
          <p:cNvSpPr/>
          <p:nvPr/>
        </p:nvSpPr>
        <p:spPr>
          <a:xfrm>
            <a:off x="507735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49"/>
          <p:cNvSpPr/>
          <p:nvPr/>
        </p:nvSpPr>
        <p:spPr>
          <a:xfrm>
            <a:off x="580858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49"/>
          <p:cNvSpPr/>
          <p:nvPr/>
        </p:nvSpPr>
        <p:spPr>
          <a:xfrm>
            <a:off x="653983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49"/>
          <p:cNvSpPr/>
          <p:nvPr/>
        </p:nvSpPr>
        <p:spPr>
          <a:xfrm>
            <a:off x="7271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49"/>
          <p:cNvSpPr/>
          <p:nvPr/>
        </p:nvSpPr>
        <p:spPr>
          <a:xfrm>
            <a:off x="80023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49"/>
          <p:cNvSpPr/>
          <p:nvPr/>
        </p:nvSpPr>
        <p:spPr>
          <a:xfrm>
            <a:off x="1340911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49"/>
          <p:cNvSpPr/>
          <p:nvPr/>
        </p:nvSpPr>
        <p:spPr>
          <a:xfrm>
            <a:off x="207167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49"/>
          <p:cNvSpPr/>
          <p:nvPr/>
        </p:nvSpPr>
        <p:spPr>
          <a:xfrm>
            <a:off x="280242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67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49"/>
          <p:cNvSpPr/>
          <p:nvPr/>
        </p:nvSpPr>
        <p:spPr>
          <a:xfrm>
            <a:off x="35331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49"/>
          <p:cNvSpPr/>
          <p:nvPr/>
        </p:nvSpPr>
        <p:spPr>
          <a:xfrm>
            <a:off x="426392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49"/>
          <p:cNvSpPr/>
          <p:nvPr/>
        </p:nvSpPr>
        <p:spPr>
          <a:xfrm>
            <a:off x="49946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98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49"/>
          <p:cNvSpPr/>
          <p:nvPr/>
        </p:nvSpPr>
        <p:spPr>
          <a:xfrm>
            <a:off x="5725300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49"/>
          <p:cNvSpPr/>
          <p:nvPr/>
        </p:nvSpPr>
        <p:spPr>
          <a:xfrm>
            <a:off x="645617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99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49"/>
          <p:cNvSpPr/>
          <p:nvPr/>
        </p:nvSpPr>
        <p:spPr>
          <a:xfrm>
            <a:off x="718692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49"/>
          <p:cNvSpPr/>
          <p:nvPr/>
        </p:nvSpPr>
        <p:spPr>
          <a:xfrm>
            <a:off x="7917689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p49"/>
          <p:cNvSpPr txBox="1"/>
          <p:nvPr/>
        </p:nvSpPr>
        <p:spPr>
          <a:xfrm>
            <a:off x="575525" y="1356450"/>
            <a:ext cx="6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p49"/>
          <p:cNvSpPr txBox="1"/>
          <p:nvPr/>
        </p:nvSpPr>
        <p:spPr>
          <a:xfrm>
            <a:off x="311700" y="2083225"/>
            <a:ext cx="100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49"/>
          <p:cNvSpPr/>
          <p:nvPr/>
        </p:nvSpPr>
        <p:spPr>
          <a:xfrm>
            <a:off x="5134563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49"/>
          <p:cNvSpPr/>
          <p:nvPr/>
        </p:nvSpPr>
        <p:spPr>
          <a:xfrm>
            <a:off x="5865338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49"/>
          <p:cNvSpPr txBox="1"/>
          <p:nvPr/>
        </p:nvSpPr>
        <p:spPr>
          <a:xfrm>
            <a:off x="5370238" y="2597600"/>
            <a:ext cx="585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8" name="Google Shape;868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9675" y="3074725"/>
            <a:ext cx="283450" cy="28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Ordenamiento Menor a Mayor</a:t>
            </a:r>
            <a:endParaRPr/>
          </a:p>
        </p:txBody>
      </p:sp>
      <p:sp>
        <p:nvSpPr>
          <p:cNvPr id="874" name="Google Shape;874;p50"/>
          <p:cNvSpPr/>
          <p:nvPr/>
        </p:nvSpPr>
        <p:spPr>
          <a:xfrm>
            <a:off x="14255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50"/>
          <p:cNvSpPr/>
          <p:nvPr/>
        </p:nvSpPr>
        <p:spPr>
          <a:xfrm>
            <a:off x="215627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6" name="Google Shape;876;p50"/>
          <p:cNvSpPr/>
          <p:nvPr/>
        </p:nvSpPr>
        <p:spPr>
          <a:xfrm>
            <a:off x="28870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p50"/>
          <p:cNvSpPr/>
          <p:nvPr/>
        </p:nvSpPr>
        <p:spPr>
          <a:xfrm>
            <a:off x="36168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p50"/>
          <p:cNvSpPr/>
          <p:nvPr/>
        </p:nvSpPr>
        <p:spPr>
          <a:xfrm>
            <a:off x="4347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p50"/>
          <p:cNvSpPr/>
          <p:nvPr/>
        </p:nvSpPr>
        <p:spPr>
          <a:xfrm>
            <a:off x="507735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p50"/>
          <p:cNvSpPr/>
          <p:nvPr/>
        </p:nvSpPr>
        <p:spPr>
          <a:xfrm>
            <a:off x="580858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50"/>
          <p:cNvSpPr/>
          <p:nvPr/>
        </p:nvSpPr>
        <p:spPr>
          <a:xfrm>
            <a:off x="653983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50"/>
          <p:cNvSpPr/>
          <p:nvPr/>
        </p:nvSpPr>
        <p:spPr>
          <a:xfrm>
            <a:off x="7271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50"/>
          <p:cNvSpPr/>
          <p:nvPr/>
        </p:nvSpPr>
        <p:spPr>
          <a:xfrm>
            <a:off x="80023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p50"/>
          <p:cNvSpPr/>
          <p:nvPr/>
        </p:nvSpPr>
        <p:spPr>
          <a:xfrm>
            <a:off x="1340911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50"/>
          <p:cNvSpPr/>
          <p:nvPr/>
        </p:nvSpPr>
        <p:spPr>
          <a:xfrm>
            <a:off x="207167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p50"/>
          <p:cNvSpPr/>
          <p:nvPr/>
        </p:nvSpPr>
        <p:spPr>
          <a:xfrm>
            <a:off x="280242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67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50"/>
          <p:cNvSpPr/>
          <p:nvPr/>
        </p:nvSpPr>
        <p:spPr>
          <a:xfrm>
            <a:off x="35331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50"/>
          <p:cNvSpPr/>
          <p:nvPr/>
        </p:nvSpPr>
        <p:spPr>
          <a:xfrm>
            <a:off x="426392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50"/>
          <p:cNvSpPr/>
          <p:nvPr/>
        </p:nvSpPr>
        <p:spPr>
          <a:xfrm>
            <a:off x="49946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98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0" name="Google Shape;890;p50"/>
          <p:cNvSpPr/>
          <p:nvPr/>
        </p:nvSpPr>
        <p:spPr>
          <a:xfrm>
            <a:off x="5725300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p50"/>
          <p:cNvSpPr/>
          <p:nvPr/>
        </p:nvSpPr>
        <p:spPr>
          <a:xfrm>
            <a:off x="645617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99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p50"/>
          <p:cNvSpPr/>
          <p:nvPr/>
        </p:nvSpPr>
        <p:spPr>
          <a:xfrm>
            <a:off x="718692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p50"/>
          <p:cNvSpPr/>
          <p:nvPr/>
        </p:nvSpPr>
        <p:spPr>
          <a:xfrm>
            <a:off x="7917689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p50"/>
          <p:cNvSpPr txBox="1"/>
          <p:nvPr/>
        </p:nvSpPr>
        <p:spPr>
          <a:xfrm>
            <a:off x="575525" y="1356450"/>
            <a:ext cx="6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p50"/>
          <p:cNvSpPr txBox="1"/>
          <p:nvPr/>
        </p:nvSpPr>
        <p:spPr>
          <a:xfrm>
            <a:off x="311700" y="2083225"/>
            <a:ext cx="100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p50"/>
          <p:cNvSpPr/>
          <p:nvPr/>
        </p:nvSpPr>
        <p:spPr>
          <a:xfrm>
            <a:off x="5876513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p50"/>
          <p:cNvSpPr/>
          <p:nvPr/>
        </p:nvSpPr>
        <p:spPr>
          <a:xfrm>
            <a:off x="6607288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8" name="Google Shape;898;p50"/>
          <p:cNvSpPr txBox="1"/>
          <p:nvPr/>
        </p:nvSpPr>
        <p:spPr>
          <a:xfrm>
            <a:off x="6112188" y="2597600"/>
            <a:ext cx="585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Ordenamiento Menor a Mayor</a:t>
            </a:r>
            <a:endParaRPr/>
          </a:p>
        </p:txBody>
      </p:sp>
      <p:sp>
        <p:nvSpPr>
          <p:cNvPr id="904" name="Google Shape;904;p51"/>
          <p:cNvSpPr/>
          <p:nvPr/>
        </p:nvSpPr>
        <p:spPr>
          <a:xfrm>
            <a:off x="14255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51"/>
          <p:cNvSpPr/>
          <p:nvPr/>
        </p:nvSpPr>
        <p:spPr>
          <a:xfrm>
            <a:off x="215627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51"/>
          <p:cNvSpPr/>
          <p:nvPr/>
        </p:nvSpPr>
        <p:spPr>
          <a:xfrm>
            <a:off x="28870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p51"/>
          <p:cNvSpPr/>
          <p:nvPr/>
        </p:nvSpPr>
        <p:spPr>
          <a:xfrm>
            <a:off x="36168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p51"/>
          <p:cNvSpPr/>
          <p:nvPr/>
        </p:nvSpPr>
        <p:spPr>
          <a:xfrm>
            <a:off x="4347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p51"/>
          <p:cNvSpPr/>
          <p:nvPr/>
        </p:nvSpPr>
        <p:spPr>
          <a:xfrm>
            <a:off x="507735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Google Shape;910;p51"/>
          <p:cNvSpPr/>
          <p:nvPr/>
        </p:nvSpPr>
        <p:spPr>
          <a:xfrm>
            <a:off x="580858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p51"/>
          <p:cNvSpPr/>
          <p:nvPr/>
        </p:nvSpPr>
        <p:spPr>
          <a:xfrm>
            <a:off x="653983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p51"/>
          <p:cNvSpPr/>
          <p:nvPr/>
        </p:nvSpPr>
        <p:spPr>
          <a:xfrm>
            <a:off x="7271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p51"/>
          <p:cNvSpPr/>
          <p:nvPr/>
        </p:nvSpPr>
        <p:spPr>
          <a:xfrm>
            <a:off x="80023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p51"/>
          <p:cNvSpPr/>
          <p:nvPr/>
        </p:nvSpPr>
        <p:spPr>
          <a:xfrm>
            <a:off x="1340911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p51"/>
          <p:cNvSpPr/>
          <p:nvPr/>
        </p:nvSpPr>
        <p:spPr>
          <a:xfrm>
            <a:off x="207167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51"/>
          <p:cNvSpPr/>
          <p:nvPr/>
        </p:nvSpPr>
        <p:spPr>
          <a:xfrm>
            <a:off x="280242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67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51"/>
          <p:cNvSpPr/>
          <p:nvPr/>
        </p:nvSpPr>
        <p:spPr>
          <a:xfrm>
            <a:off x="35331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p51"/>
          <p:cNvSpPr/>
          <p:nvPr/>
        </p:nvSpPr>
        <p:spPr>
          <a:xfrm>
            <a:off x="426392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Google Shape;919;p51"/>
          <p:cNvSpPr/>
          <p:nvPr/>
        </p:nvSpPr>
        <p:spPr>
          <a:xfrm>
            <a:off x="49946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98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p51"/>
          <p:cNvSpPr/>
          <p:nvPr/>
        </p:nvSpPr>
        <p:spPr>
          <a:xfrm>
            <a:off x="5725300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p51"/>
          <p:cNvSpPr/>
          <p:nvPr/>
        </p:nvSpPr>
        <p:spPr>
          <a:xfrm>
            <a:off x="645617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99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p51"/>
          <p:cNvSpPr/>
          <p:nvPr/>
        </p:nvSpPr>
        <p:spPr>
          <a:xfrm>
            <a:off x="718692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p51"/>
          <p:cNvSpPr/>
          <p:nvPr/>
        </p:nvSpPr>
        <p:spPr>
          <a:xfrm>
            <a:off x="7917689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p51"/>
          <p:cNvSpPr txBox="1"/>
          <p:nvPr/>
        </p:nvSpPr>
        <p:spPr>
          <a:xfrm>
            <a:off x="575525" y="1356450"/>
            <a:ext cx="6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51"/>
          <p:cNvSpPr txBox="1"/>
          <p:nvPr/>
        </p:nvSpPr>
        <p:spPr>
          <a:xfrm>
            <a:off x="311700" y="2083225"/>
            <a:ext cx="100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51"/>
          <p:cNvSpPr/>
          <p:nvPr/>
        </p:nvSpPr>
        <p:spPr>
          <a:xfrm>
            <a:off x="5876513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p51"/>
          <p:cNvSpPr/>
          <p:nvPr/>
        </p:nvSpPr>
        <p:spPr>
          <a:xfrm>
            <a:off x="6607288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p51"/>
          <p:cNvSpPr txBox="1"/>
          <p:nvPr/>
        </p:nvSpPr>
        <p:spPr>
          <a:xfrm>
            <a:off x="6112188" y="2597600"/>
            <a:ext cx="585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9" name="Google Shape;929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6813" y="2973325"/>
            <a:ext cx="325800" cy="32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Ordenamiento Menor a Mayor</a:t>
            </a:r>
            <a:endParaRPr/>
          </a:p>
        </p:txBody>
      </p:sp>
      <p:sp>
        <p:nvSpPr>
          <p:cNvPr id="935" name="Google Shape;935;p52"/>
          <p:cNvSpPr/>
          <p:nvPr/>
        </p:nvSpPr>
        <p:spPr>
          <a:xfrm>
            <a:off x="14255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p52"/>
          <p:cNvSpPr/>
          <p:nvPr/>
        </p:nvSpPr>
        <p:spPr>
          <a:xfrm>
            <a:off x="215627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p52"/>
          <p:cNvSpPr/>
          <p:nvPr/>
        </p:nvSpPr>
        <p:spPr>
          <a:xfrm>
            <a:off x="28870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52"/>
          <p:cNvSpPr/>
          <p:nvPr/>
        </p:nvSpPr>
        <p:spPr>
          <a:xfrm>
            <a:off x="36168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p52"/>
          <p:cNvSpPr/>
          <p:nvPr/>
        </p:nvSpPr>
        <p:spPr>
          <a:xfrm>
            <a:off x="4347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p52"/>
          <p:cNvSpPr/>
          <p:nvPr/>
        </p:nvSpPr>
        <p:spPr>
          <a:xfrm>
            <a:off x="507735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p52"/>
          <p:cNvSpPr/>
          <p:nvPr/>
        </p:nvSpPr>
        <p:spPr>
          <a:xfrm>
            <a:off x="580858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p52"/>
          <p:cNvSpPr/>
          <p:nvPr/>
        </p:nvSpPr>
        <p:spPr>
          <a:xfrm>
            <a:off x="653983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p52"/>
          <p:cNvSpPr/>
          <p:nvPr/>
        </p:nvSpPr>
        <p:spPr>
          <a:xfrm>
            <a:off x="7271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52"/>
          <p:cNvSpPr/>
          <p:nvPr/>
        </p:nvSpPr>
        <p:spPr>
          <a:xfrm>
            <a:off x="80023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52"/>
          <p:cNvSpPr/>
          <p:nvPr/>
        </p:nvSpPr>
        <p:spPr>
          <a:xfrm>
            <a:off x="1340911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52"/>
          <p:cNvSpPr/>
          <p:nvPr/>
        </p:nvSpPr>
        <p:spPr>
          <a:xfrm>
            <a:off x="207167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p52"/>
          <p:cNvSpPr/>
          <p:nvPr/>
        </p:nvSpPr>
        <p:spPr>
          <a:xfrm>
            <a:off x="280242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67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52"/>
          <p:cNvSpPr/>
          <p:nvPr/>
        </p:nvSpPr>
        <p:spPr>
          <a:xfrm>
            <a:off x="35331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p52"/>
          <p:cNvSpPr/>
          <p:nvPr/>
        </p:nvSpPr>
        <p:spPr>
          <a:xfrm>
            <a:off x="426392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p52"/>
          <p:cNvSpPr/>
          <p:nvPr/>
        </p:nvSpPr>
        <p:spPr>
          <a:xfrm>
            <a:off x="49946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98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Google Shape;951;p52"/>
          <p:cNvSpPr/>
          <p:nvPr/>
        </p:nvSpPr>
        <p:spPr>
          <a:xfrm>
            <a:off x="5725300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99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52"/>
          <p:cNvSpPr/>
          <p:nvPr/>
        </p:nvSpPr>
        <p:spPr>
          <a:xfrm>
            <a:off x="645617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52"/>
          <p:cNvSpPr/>
          <p:nvPr/>
        </p:nvSpPr>
        <p:spPr>
          <a:xfrm>
            <a:off x="718692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52"/>
          <p:cNvSpPr/>
          <p:nvPr/>
        </p:nvSpPr>
        <p:spPr>
          <a:xfrm>
            <a:off x="7917689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p52"/>
          <p:cNvSpPr txBox="1"/>
          <p:nvPr/>
        </p:nvSpPr>
        <p:spPr>
          <a:xfrm>
            <a:off x="575525" y="1356450"/>
            <a:ext cx="6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" name="Google Shape;956;p52"/>
          <p:cNvSpPr txBox="1"/>
          <p:nvPr/>
        </p:nvSpPr>
        <p:spPr>
          <a:xfrm>
            <a:off x="311700" y="2083225"/>
            <a:ext cx="100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7" name="Google Shape;957;p52"/>
          <p:cNvSpPr/>
          <p:nvPr/>
        </p:nvSpPr>
        <p:spPr>
          <a:xfrm>
            <a:off x="5876513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Google Shape;958;p52"/>
          <p:cNvSpPr/>
          <p:nvPr/>
        </p:nvSpPr>
        <p:spPr>
          <a:xfrm>
            <a:off x="6607288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9" name="Google Shape;959;p52"/>
          <p:cNvSpPr txBox="1"/>
          <p:nvPr/>
        </p:nvSpPr>
        <p:spPr>
          <a:xfrm>
            <a:off x="6112188" y="2597600"/>
            <a:ext cx="585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0" name="Google Shape;960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6813" y="2973325"/>
            <a:ext cx="325800" cy="32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Ordenamiento Menor a Mayor</a:t>
            </a:r>
            <a:endParaRPr/>
          </a:p>
        </p:txBody>
      </p:sp>
      <p:sp>
        <p:nvSpPr>
          <p:cNvPr id="966" name="Google Shape;966;p53"/>
          <p:cNvSpPr/>
          <p:nvPr/>
        </p:nvSpPr>
        <p:spPr>
          <a:xfrm>
            <a:off x="14255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p53"/>
          <p:cNvSpPr/>
          <p:nvPr/>
        </p:nvSpPr>
        <p:spPr>
          <a:xfrm>
            <a:off x="215627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p53"/>
          <p:cNvSpPr/>
          <p:nvPr/>
        </p:nvSpPr>
        <p:spPr>
          <a:xfrm>
            <a:off x="28870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53"/>
          <p:cNvSpPr/>
          <p:nvPr/>
        </p:nvSpPr>
        <p:spPr>
          <a:xfrm>
            <a:off x="36168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p53"/>
          <p:cNvSpPr/>
          <p:nvPr/>
        </p:nvSpPr>
        <p:spPr>
          <a:xfrm>
            <a:off x="4347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p53"/>
          <p:cNvSpPr/>
          <p:nvPr/>
        </p:nvSpPr>
        <p:spPr>
          <a:xfrm>
            <a:off x="507735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p53"/>
          <p:cNvSpPr/>
          <p:nvPr/>
        </p:nvSpPr>
        <p:spPr>
          <a:xfrm>
            <a:off x="580858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3" name="Google Shape;973;p53"/>
          <p:cNvSpPr/>
          <p:nvPr/>
        </p:nvSpPr>
        <p:spPr>
          <a:xfrm>
            <a:off x="653983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4" name="Google Shape;974;p53"/>
          <p:cNvSpPr/>
          <p:nvPr/>
        </p:nvSpPr>
        <p:spPr>
          <a:xfrm>
            <a:off x="7271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53"/>
          <p:cNvSpPr/>
          <p:nvPr/>
        </p:nvSpPr>
        <p:spPr>
          <a:xfrm>
            <a:off x="80023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Google Shape;976;p53"/>
          <p:cNvSpPr/>
          <p:nvPr/>
        </p:nvSpPr>
        <p:spPr>
          <a:xfrm>
            <a:off x="1340911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53"/>
          <p:cNvSpPr/>
          <p:nvPr/>
        </p:nvSpPr>
        <p:spPr>
          <a:xfrm>
            <a:off x="207167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8" name="Google Shape;978;p53"/>
          <p:cNvSpPr/>
          <p:nvPr/>
        </p:nvSpPr>
        <p:spPr>
          <a:xfrm>
            <a:off x="280242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67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9" name="Google Shape;979;p53"/>
          <p:cNvSpPr/>
          <p:nvPr/>
        </p:nvSpPr>
        <p:spPr>
          <a:xfrm>
            <a:off x="35331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0" name="Google Shape;980;p53"/>
          <p:cNvSpPr/>
          <p:nvPr/>
        </p:nvSpPr>
        <p:spPr>
          <a:xfrm>
            <a:off x="426392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1" name="Google Shape;981;p53"/>
          <p:cNvSpPr/>
          <p:nvPr/>
        </p:nvSpPr>
        <p:spPr>
          <a:xfrm>
            <a:off x="49946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98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" name="Google Shape;982;p53"/>
          <p:cNvSpPr/>
          <p:nvPr/>
        </p:nvSpPr>
        <p:spPr>
          <a:xfrm>
            <a:off x="5725300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99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3" name="Google Shape;983;p53"/>
          <p:cNvSpPr/>
          <p:nvPr/>
        </p:nvSpPr>
        <p:spPr>
          <a:xfrm>
            <a:off x="645617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4" name="Google Shape;984;p53"/>
          <p:cNvSpPr/>
          <p:nvPr/>
        </p:nvSpPr>
        <p:spPr>
          <a:xfrm>
            <a:off x="718692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5" name="Google Shape;985;p53"/>
          <p:cNvSpPr/>
          <p:nvPr/>
        </p:nvSpPr>
        <p:spPr>
          <a:xfrm>
            <a:off x="7917689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6" name="Google Shape;986;p53"/>
          <p:cNvSpPr txBox="1"/>
          <p:nvPr/>
        </p:nvSpPr>
        <p:spPr>
          <a:xfrm>
            <a:off x="575525" y="1356450"/>
            <a:ext cx="6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7" name="Google Shape;987;p53"/>
          <p:cNvSpPr txBox="1"/>
          <p:nvPr/>
        </p:nvSpPr>
        <p:spPr>
          <a:xfrm>
            <a:off x="311700" y="2083225"/>
            <a:ext cx="100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8" name="Google Shape;988;p53"/>
          <p:cNvSpPr/>
          <p:nvPr/>
        </p:nvSpPr>
        <p:spPr>
          <a:xfrm>
            <a:off x="6625363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9" name="Google Shape;989;p53"/>
          <p:cNvSpPr/>
          <p:nvPr/>
        </p:nvSpPr>
        <p:spPr>
          <a:xfrm>
            <a:off x="7356138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0" name="Google Shape;990;p53"/>
          <p:cNvSpPr txBox="1"/>
          <p:nvPr/>
        </p:nvSpPr>
        <p:spPr>
          <a:xfrm>
            <a:off x="6861038" y="2597600"/>
            <a:ext cx="585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Ordenamiento Menor a Mayor</a:t>
            </a:r>
            <a:endParaRPr/>
          </a:p>
        </p:txBody>
      </p:sp>
      <p:sp>
        <p:nvSpPr>
          <p:cNvPr id="996" name="Google Shape;996;p54"/>
          <p:cNvSpPr/>
          <p:nvPr/>
        </p:nvSpPr>
        <p:spPr>
          <a:xfrm>
            <a:off x="14255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7" name="Google Shape;997;p54"/>
          <p:cNvSpPr/>
          <p:nvPr/>
        </p:nvSpPr>
        <p:spPr>
          <a:xfrm>
            <a:off x="215627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8" name="Google Shape;998;p54"/>
          <p:cNvSpPr/>
          <p:nvPr/>
        </p:nvSpPr>
        <p:spPr>
          <a:xfrm>
            <a:off x="28870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" name="Google Shape;999;p54"/>
          <p:cNvSpPr/>
          <p:nvPr/>
        </p:nvSpPr>
        <p:spPr>
          <a:xfrm>
            <a:off x="36168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0" name="Google Shape;1000;p54"/>
          <p:cNvSpPr/>
          <p:nvPr/>
        </p:nvSpPr>
        <p:spPr>
          <a:xfrm>
            <a:off x="4347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Google Shape;1001;p54"/>
          <p:cNvSpPr/>
          <p:nvPr/>
        </p:nvSpPr>
        <p:spPr>
          <a:xfrm>
            <a:off x="507735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2" name="Google Shape;1002;p54"/>
          <p:cNvSpPr/>
          <p:nvPr/>
        </p:nvSpPr>
        <p:spPr>
          <a:xfrm>
            <a:off x="580858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3" name="Google Shape;1003;p54"/>
          <p:cNvSpPr/>
          <p:nvPr/>
        </p:nvSpPr>
        <p:spPr>
          <a:xfrm>
            <a:off x="653983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4" name="Google Shape;1004;p54"/>
          <p:cNvSpPr/>
          <p:nvPr/>
        </p:nvSpPr>
        <p:spPr>
          <a:xfrm>
            <a:off x="7271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Google Shape;1005;p54"/>
          <p:cNvSpPr/>
          <p:nvPr/>
        </p:nvSpPr>
        <p:spPr>
          <a:xfrm>
            <a:off x="80023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6" name="Google Shape;1006;p54"/>
          <p:cNvSpPr/>
          <p:nvPr/>
        </p:nvSpPr>
        <p:spPr>
          <a:xfrm>
            <a:off x="1340911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7" name="Google Shape;1007;p54"/>
          <p:cNvSpPr/>
          <p:nvPr/>
        </p:nvSpPr>
        <p:spPr>
          <a:xfrm>
            <a:off x="207167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p54"/>
          <p:cNvSpPr/>
          <p:nvPr/>
        </p:nvSpPr>
        <p:spPr>
          <a:xfrm>
            <a:off x="280242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67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9" name="Google Shape;1009;p54"/>
          <p:cNvSpPr/>
          <p:nvPr/>
        </p:nvSpPr>
        <p:spPr>
          <a:xfrm>
            <a:off x="35331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0" name="Google Shape;1010;p54"/>
          <p:cNvSpPr/>
          <p:nvPr/>
        </p:nvSpPr>
        <p:spPr>
          <a:xfrm>
            <a:off x="426392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1" name="Google Shape;1011;p54"/>
          <p:cNvSpPr/>
          <p:nvPr/>
        </p:nvSpPr>
        <p:spPr>
          <a:xfrm>
            <a:off x="49946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98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p54"/>
          <p:cNvSpPr/>
          <p:nvPr/>
        </p:nvSpPr>
        <p:spPr>
          <a:xfrm>
            <a:off x="5725300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99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3" name="Google Shape;1013;p54"/>
          <p:cNvSpPr/>
          <p:nvPr/>
        </p:nvSpPr>
        <p:spPr>
          <a:xfrm>
            <a:off x="645617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54"/>
          <p:cNvSpPr/>
          <p:nvPr/>
        </p:nvSpPr>
        <p:spPr>
          <a:xfrm>
            <a:off x="718692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p54"/>
          <p:cNvSpPr/>
          <p:nvPr/>
        </p:nvSpPr>
        <p:spPr>
          <a:xfrm>
            <a:off x="7917689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54"/>
          <p:cNvSpPr txBox="1"/>
          <p:nvPr/>
        </p:nvSpPr>
        <p:spPr>
          <a:xfrm>
            <a:off x="575525" y="1356450"/>
            <a:ext cx="6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54"/>
          <p:cNvSpPr txBox="1"/>
          <p:nvPr/>
        </p:nvSpPr>
        <p:spPr>
          <a:xfrm>
            <a:off x="311700" y="2083225"/>
            <a:ext cx="100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p54"/>
          <p:cNvSpPr/>
          <p:nvPr/>
        </p:nvSpPr>
        <p:spPr>
          <a:xfrm>
            <a:off x="6625363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p54"/>
          <p:cNvSpPr/>
          <p:nvPr/>
        </p:nvSpPr>
        <p:spPr>
          <a:xfrm>
            <a:off x="7356138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p54"/>
          <p:cNvSpPr txBox="1"/>
          <p:nvPr/>
        </p:nvSpPr>
        <p:spPr>
          <a:xfrm>
            <a:off x="6861038" y="2597600"/>
            <a:ext cx="585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1" name="Google Shape;102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25663" y="2973325"/>
            <a:ext cx="325800" cy="32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Ordenamiento Menor a Mayor</a:t>
            </a:r>
            <a:endParaRPr/>
          </a:p>
        </p:txBody>
      </p:sp>
      <p:sp>
        <p:nvSpPr>
          <p:cNvPr id="1027" name="Google Shape;1027;p55"/>
          <p:cNvSpPr/>
          <p:nvPr/>
        </p:nvSpPr>
        <p:spPr>
          <a:xfrm>
            <a:off x="14255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8" name="Google Shape;1028;p55"/>
          <p:cNvSpPr/>
          <p:nvPr/>
        </p:nvSpPr>
        <p:spPr>
          <a:xfrm>
            <a:off x="215627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9" name="Google Shape;1029;p55"/>
          <p:cNvSpPr/>
          <p:nvPr/>
        </p:nvSpPr>
        <p:spPr>
          <a:xfrm>
            <a:off x="28870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0" name="Google Shape;1030;p55"/>
          <p:cNvSpPr/>
          <p:nvPr/>
        </p:nvSpPr>
        <p:spPr>
          <a:xfrm>
            <a:off x="36168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1" name="Google Shape;1031;p55"/>
          <p:cNvSpPr/>
          <p:nvPr/>
        </p:nvSpPr>
        <p:spPr>
          <a:xfrm>
            <a:off x="4347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2" name="Google Shape;1032;p55"/>
          <p:cNvSpPr/>
          <p:nvPr/>
        </p:nvSpPr>
        <p:spPr>
          <a:xfrm>
            <a:off x="507735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p55"/>
          <p:cNvSpPr/>
          <p:nvPr/>
        </p:nvSpPr>
        <p:spPr>
          <a:xfrm>
            <a:off x="580858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Google Shape;1034;p55"/>
          <p:cNvSpPr/>
          <p:nvPr/>
        </p:nvSpPr>
        <p:spPr>
          <a:xfrm>
            <a:off x="653983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5" name="Google Shape;1035;p55"/>
          <p:cNvSpPr/>
          <p:nvPr/>
        </p:nvSpPr>
        <p:spPr>
          <a:xfrm>
            <a:off x="7271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p55"/>
          <p:cNvSpPr/>
          <p:nvPr/>
        </p:nvSpPr>
        <p:spPr>
          <a:xfrm>
            <a:off x="80023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7" name="Google Shape;1037;p55"/>
          <p:cNvSpPr/>
          <p:nvPr/>
        </p:nvSpPr>
        <p:spPr>
          <a:xfrm>
            <a:off x="1340911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p55"/>
          <p:cNvSpPr/>
          <p:nvPr/>
        </p:nvSpPr>
        <p:spPr>
          <a:xfrm>
            <a:off x="207167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p55"/>
          <p:cNvSpPr/>
          <p:nvPr/>
        </p:nvSpPr>
        <p:spPr>
          <a:xfrm>
            <a:off x="280242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67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0" name="Google Shape;1040;p55"/>
          <p:cNvSpPr/>
          <p:nvPr/>
        </p:nvSpPr>
        <p:spPr>
          <a:xfrm>
            <a:off x="35331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p55"/>
          <p:cNvSpPr/>
          <p:nvPr/>
        </p:nvSpPr>
        <p:spPr>
          <a:xfrm>
            <a:off x="426392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2" name="Google Shape;1042;p55"/>
          <p:cNvSpPr/>
          <p:nvPr/>
        </p:nvSpPr>
        <p:spPr>
          <a:xfrm>
            <a:off x="49946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98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3" name="Google Shape;1043;p55"/>
          <p:cNvSpPr/>
          <p:nvPr/>
        </p:nvSpPr>
        <p:spPr>
          <a:xfrm>
            <a:off x="5725300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99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p55"/>
          <p:cNvSpPr/>
          <p:nvPr/>
        </p:nvSpPr>
        <p:spPr>
          <a:xfrm>
            <a:off x="645617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55"/>
          <p:cNvSpPr/>
          <p:nvPr/>
        </p:nvSpPr>
        <p:spPr>
          <a:xfrm>
            <a:off x="718692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p55"/>
          <p:cNvSpPr/>
          <p:nvPr/>
        </p:nvSpPr>
        <p:spPr>
          <a:xfrm>
            <a:off x="7917689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7" name="Google Shape;1047;p55"/>
          <p:cNvSpPr txBox="1"/>
          <p:nvPr/>
        </p:nvSpPr>
        <p:spPr>
          <a:xfrm>
            <a:off x="575525" y="1356450"/>
            <a:ext cx="6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p55"/>
          <p:cNvSpPr txBox="1"/>
          <p:nvPr/>
        </p:nvSpPr>
        <p:spPr>
          <a:xfrm>
            <a:off x="311700" y="2083225"/>
            <a:ext cx="100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p55"/>
          <p:cNvSpPr/>
          <p:nvPr/>
        </p:nvSpPr>
        <p:spPr>
          <a:xfrm>
            <a:off x="6625363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p55"/>
          <p:cNvSpPr/>
          <p:nvPr/>
        </p:nvSpPr>
        <p:spPr>
          <a:xfrm>
            <a:off x="7356138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1" name="Google Shape;1051;p55"/>
          <p:cNvSpPr txBox="1"/>
          <p:nvPr/>
        </p:nvSpPr>
        <p:spPr>
          <a:xfrm>
            <a:off x="6861038" y="2597600"/>
            <a:ext cx="585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2" name="Google Shape;1052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25663" y="2973325"/>
            <a:ext cx="325800" cy="32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Ordenamiento Menor a Mayor</a:t>
            </a:r>
            <a:endParaRPr/>
          </a:p>
        </p:txBody>
      </p:sp>
      <p:sp>
        <p:nvSpPr>
          <p:cNvPr id="1058" name="Google Shape;1058;p56"/>
          <p:cNvSpPr/>
          <p:nvPr/>
        </p:nvSpPr>
        <p:spPr>
          <a:xfrm>
            <a:off x="14255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p56"/>
          <p:cNvSpPr/>
          <p:nvPr/>
        </p:nvSpPr>
        <p:spPr>
          <a:xfrm>
            <a:off x="215627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0" name="Google Shape;1060;p56"/>
          <p:cNvSpPr/>
          <p:nvPr/>
        </p:nvSpPr>
        <p:spPr>
          <a:xfrm>
            <a:off x="28870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p56"/>
          <p:cNvSpPr/>
          <p:nvPr/>
        </p:nvSpPr>
        <p:spPr>
          <a:xfrm>
            <a:off x="36168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Google Shape;1062;p56"/>
          <p:cNvSpPr/>
          <p:nvPr/>
        </p:nvSpPr>
        <p:spPr>
          <a:xfrm>
            <a:off x="4347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3" name="Google Shape;1063;p56"/>
          <p:cNvSpPr/>
          <p:nvPr/>
        </p:nvSpPr>
        <p:spPr>
          <a:xfrm>
            <a:off x="507735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4" name="Google Shape;1064;p56"/>
          <p:cNvSpPr/>
          <p:nvPr/>
        </p:nvSpPr>
        <p:spPr>
          <a:xfrm>
            <a:off x="580858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5" name="Google Shape;1065;p56"/>
          <p:cNvSpPr/>
          <p:nvPr/>
        </p:nvSpPr>
        <p:spPr>
          <a:xfrm>
            <a:off x="653983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6" name="Google Shape;1066;p56"/>
          <p:cNvSpPr/>
          <p:nvPr/>
        </p:nvSpPr>
        <p:spPr>
          <a:xfrm>
            <a:off x="7271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7" name="Google Shape;1067;p56"/>
          <p:cNvSpPr/>
          <p:nvPr/>
        </p:nvSpPr>
        <p:spPr>
          <a:xfrm>
            <a:off x="80023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8" name="Google Shape;1068;p56"/>
          <p:cNvSpPr/>
          <p:nvPr/>
        </p:nvSpPr>
        <p:spPr>
          <a:xfrm>
            <a:off x="1340911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56"/>
          <p:cNvSpPr/>
          <p:nvPr/>
        </p:nvSpPr>
        <p:spPr>
          <a:xfrm>
            <a:off x="207167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0" name="Google Shape;1070;p56"/>
          <p:cNvSpPr/>
          <p:nvPr/>
        </p:nvSpPr>
        <p:spPr>
          <a:xfrm>
            <a:off x="280242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67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1" name="Google Shape;1071;p56"/>
          <p:cNvSpPr/>
          <p:nvPr/>
        </p:nvSpPr>
        <p:spPr>
          <a:xfrm>
            <a:off x="35331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2" name="Google Shape;1072;p56"/>
          <p:cNvSpPr/>
          <p:nvPr/>
        </p:nvSpPr>
        <p:spPr>
          <a:xfrm>
            <a:off x="426392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56"/>
          <p:cNvSpPr/>
          <p:nvPr/>
        </p:nvSpPr>
        <p:spPr>
          <a:xfrm>
            <a:off x="49946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98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56"/>
          <p:cNvSpPr/>
          <p:nvPr/>
        </p:nvSpPr>
        <p:spPr>
          <a:xfrm>
            <a:off x="5725300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99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p56"/>
          <p:cNvSpPr/>
          <p:nvPr/>
        </p:nvSpPr>
        <p:spPr>
          <a:xfrm>
            <a:off x="645617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6" name="Google Shape;1076;p56"/>
          <p:cNvSpPr/>
          <p:nvPr/>
        </p:nvSpPr>
        <p:spPr>
          <a:xfrm>
            <a:off x="718692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7" name="Google Shape;1077;p56"/>
          <p:cNvSpPr/>
          <p:nvPr/>
        </p:nvSpPr>
        <p:spPr>
          <a:xfrm>
            <a:off x="7917689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p56"/>
          <p:cNvSpPr txBox="1"/>
          <p:nvPr/>
        </p:nvSpPr>
        <p:spPr>
          <a:xfrm>
            <a:off x="575525" y="1356450"/>
            <a:ext cx="6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p56"/>
          <p:cNvSpPr txBox="1"/>
          <p:nvPr/>
        </p:nvSpPr>
        <p:spPr>
          <a:xfrm>
            <a:off x="311700" y="2083225"/>
            <a:ext cx="100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p56"/>
          <p:cNvSpPr/>
          <p:nvPr/>
        </p:nvSpPr>
        <p:spPr>
          <a:xfrm>
            <a:off x="7332213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p56"/>
          <p:cNvSpPr/>
          <p:nvPr/>
        </p:nvSpPr>
        <p:spPr>
          <a:xfrm>
            <a:off x="8062988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2" name="Google Shape;1082;p56"/>
          <p:cNvSpPr txBox="1"/>
          <p:nvPr/>
        </p:nvSpPr>
        <p:spPr>
          <a:xfrm>
            <a:off x="7567888" y="2597600"/>
            <a:ext cx="585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Ordenamiento Menor a Mayor</a:t>
            </a:r>
            <a:endParaRPr/>
          </a:p>
        </p:txBody>
      </p:sp>
      <p:sp>
        <p:nvSpPr>
          <p:cNvPr id="1088" name="Google Shape;1088;p57"/>
          <p:cNvSpPr/>
          <p:nvPr/>
        </p:nvSpPr>
        <p:spPr>
          <a:xfrm>
            <a:off x="14255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9" name="Google Shape;1089;p57"/>
          <p:cNvSpPr/>
          <p:nvPr/>
        </p:nvSpPr>
        <p:spPr>
          <a:xfrm>
            <a:off x="215627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0" name="Google Shape;1090;p57"/>
          <p:cNvSpPr/>
          <p:nvPr/>
        </p:nvSpPr>
        <p:spPr>
          <a:xfrm>
            <a:off x="28870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1" name="Google Shape;1091;p57"/>
          <p:cNvSpPr/>
          <p:nvPr/>
        </p:nvSpPr>
        <p:spPr>
          <a:xfrm>
            <a:off x="36168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2" name="Google Shape;1092;p57"/>
          <p:cNvSpPr/>
          <p:nvPr/>
        </p:nvSpPr>
        <p:spPr>
          <a:xfrm>
            <a:off x="4347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p57"/>
          <p:cNvSpPr/>
          <p:nvPr/>
        </p:nvSpPr>
        <p:spPr>
          <a:xfrm>
            <a:off x="507735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Google Shape;1094;p57"/>
          <p:cNvSpPr/>
          <p:nvPr/>
        </p:nvSpPr>
        <p:spPr>
          <a:xfrm>
            <a:off x="580858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5" name="Google Shape;1095;p57"/>
          <p:cNvSpPr/>
          <p:nvPr/>
        </p:nvSpPr>
        <p:spPr>
          <a:xfrm>
            <a:off x="653983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p57"/>
          <p:cNvSpPr/>
          <p:nvPr/>
        </p:nvSpPr>
        <p:spPr>
          <a:xfrm>
            <a:off x="7271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7" name="Google Shape;1097;p57"/>
          <p:cNvSpPr/>
          <p:nvPr/>
        </p:nvSpPr>
        <p:spPr>
          <a:xfrm>
            <a:off x="80023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8" name="Google Shape;1098;p57"/>
          <p:cNvSpPr/>
          <p:nvPr/>
        </p:nvSpPr>
        <p:spPr>
          <a:xfrm>
            <a:off x="1340911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9" name="Google Shape;1099;p57"/>
          <p:cNvSpPr/>
          <p:nvPr/>
        </p:nvSpPr>
        <p:spPr>
          <a:xfrm>
            <a:off x="207167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0" name="Google Shape;1100;p57"/>
          <p:cNvSpPr/>
          <p:nvPr/>
        </p:nvSpPr>
        <p:spPr>
          <a:xfrm>
            <a:off x="280242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67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1" name="Google Shape;1101;p57"/>
          <p:cNvSpPr/>
          <p:nvPr/>
        </p:nvSpPr>
        <p:spPr>
          <a:xfrm>
            <a:off x="35331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2" name="Google Shape;1102;p57"/>
          <p:cNvSpPr/>
          <p:nvPr/>
        </p:nvSpPr>
        <p:spPr>
          <a:xfrm>
            <a:off x="426392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3" name="Google Shape;1103;p57"/>
          <p:cNvSpPr/>
          <p:nvPr/>
        </p:nvSpPr>
        <p:spPr>
          <a:xfrm>
            <a:off x="49946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98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4" name="Google Shape;1104;p57"/>
          <p:cNvSpPr/>
          <p:nvPr/>
        </p:nvSpPr>
        <p:spPr>
          <a:xfrm>
            <a:off x="5725300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99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5" name="Google Shape;1105;p57"/>
          <p:cNvSpPr/>
          <p:nvPr/>
        </p:nvSpPr>
        <p:spPr>
          <a:xfrm>
            <a:off x="645617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6" name="Google Shape;1106;p57"/>
          <p:cNvSpPr/>
          <p:nvPr/>
        </p:nvSpPr>
        <p:spPr>
          <a:xfrm>
            <a:off x="718692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7" name="Google Shape;1107;p57"/>
          <p:cNvSpPr/>
          <p:nvPr/>
        </p:nvSpPr>
        <p:spPr>
          <a:xfrm>
            <a:off x="7917689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8" name="Google Shape;1108;p57"/>
          <p:cNvSpPr txBox="1"/>
          <p:nvPr/>
        </p:nvSpPr>
        <p:spPr>
          <a:xfrm>
            <a:off x="575525" y="1356450"/>
            <a:ext cx="6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p57"/>
          <p:cNvSpPr txBox="1"/>
          <p:nvPr/>
        </p:nvSpPr>
        <p:spPr>
          <a:xfrm>
            <a:off x="311700" y="2083225"/>
            <a:ext cx="100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0" name="Google Shape;1110;p57"/>
          <p:cNvSpPr/>
          <p:nvPr/>
        </p:nvSpPr>
        <p:spPr>
          <a:xfrm>
            <a:off x="7332213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1" name="Google Shape;1111;p57"/>
          <p:cNvSpPr/>
          <p:nvPr/>
        </p:nvSpPr>
        <p:spPr>
          <a:xfrm>
            <a:off x="8062988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2" name="Google Shape;1112;p57"/>
          <p:cNvSpPr txBox="1"/>
          <p:nvPr/>
        </p:nvSpPr>
        <p:spPr>
          <a:xfrm>
            <a:off x="7567888" y="2597600"/>
            <a:ext cx="585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3" name="Google Shape;1113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2513" y="2973325"/>
            <a:ext cx="325800" cy="32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Ordenamiento Menor a Mayor</a:t>
            </a:r>
            <a:endParaRPr/>
          </a:p>
        </p:txBody>
      </p:sp>
      <p:sp>
        <p:nvSpPr>
          <p:cNvPr id="1119" name="Google Shape;1119;p58"/>
          <p:cNvSpPr/>
          <p:nvPr/>
        </p:nvSpPr>
        <p:spPr>
          <a:xfrm>
            <a:off x="14255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0" name="Google Shape;1120;p58"/>
          <p:cNvSpPr/>
          <p:nvPr/>
        </p:nvSpPr>
        <p:spPr>
          <a:xfrm>
            <a:off x="215627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1" name="Google Shape;1121;p58"/>
          <p:cNvSpPr/>
          <p:nvPr/>
        </p:nvSpPr>
        <p:spPr>
          <a:xfrm>
            <a:off x="28870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2" name="Google Shape;1122;p58"/>
          <p:cNvSpPr/>
          <p:nvPr/>
        </p:nvSpPr>
        <p:spPr>
          <a:xfrm>
            <a:off x="36168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3" name="Google Shape;1123;p58"/>
          <p:cNvSpPr/>
          <p:nvPr/>
        </p:nvSpPr>
        <p:spPr>
          <a:xfrm>
            <a:off x="4347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4" name="Google Shape;1124;p58"/>
          <p:cNvSpPr/>
          <p:nvPr/>
        </p:nvSpPr>
        <p:spPr>
          <a:xfrm>
            <a:off x="507735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5" name="Google Shape;1125;p58"/>
          <p:cNvSpPr/>
          <p:nvPr/>
        </p:nvSpPr>
        <p:spPr>
          <a:xfrm>
            <a:off x="580858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6" name="Google Shape;1126;p58"/>
          <p:cNvSpPr/>
          <p:nvPr/>
        </p:nvSpPr>
        <p:spPr>
          <a:xfrm>
            <a:off x="653983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7" name="Google Shape;1127;p58"/>
          <p:cNvSpPr/>
          <p:nvPr/>
        </p:nvSpPr>
        <p:spPr>
          <a:xfrm>
            <a:off x="7271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8" name="Google Shape;1128;p58"/>
          <p:cNvSpPr/>
          <p:nvPr/>
        </p:nvSpPr>
        <p:spPr>
          <a:xfrm>
            <a:off x="80023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9" name="Google Shape;1129;p58"/>
          <p:cNvSpPr/>
          <p:nvPr/>
        </p:nvSpPr>
        <p:spPr>
          <a:xfrm>
            <a:off x="1340911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0" name="Google Shape;1130;p58"/>
          <p:cNvSpPr/>
          <p:nvPr/>
        </p:nvSpPr>
        <p:spPr>
          <a:xfrm>
            <a:off x="207167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1" name="Google Shape;1131;p58"/>
          <p:cNvSpPr/>
          <p:nvPr/>
        </p:nvSpPr>
        <p:spPr>
          <a:xfrm>
            <a:off x="280242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67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2" name="Google Shape;1132;p58"/>
          <p:cNvSpPr/>
          <p:nvPr/>
        </p:nvSpPr>
        <p:spPr>
          <a:xfrm>
            <a:off x="35331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3" name="Google Shape;1133;p58"/>
          <p:cNvSpPr/>
          <p:nvPr/>
        </p:nvSpPr>
        <p:spPr>
          <a:xfrm>
            <a:off x="426392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4" name="Google Shape;1134;p58"/>
          <p:cNvSpPr/>
          <p:nvPr/>
        </p:nvSpPr>
        <p:spPr>
          <a:xfrm>
            <a:off x="49946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98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" name="Google Shape;1135;p58"/>
          <p:cNvSpPr/>
          <p:nvPr/>
        </p:nvSpPr>
        <p:spPr>
          <a:xfrm>
            <a:off x="5725300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99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6" name="Google Shape;1136;p58"/>
          <p:cNvSpPr/>
          <p:nvPr/>
        </p:nvSpPr>
        <p:spPr>
          <a:xfrm>
            <a:off x="645617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7" name="Google Shape;1137;p58"/>
          <p:cNvSpPr/>
          <p:nvPr/>
        </p:nvSpPr>
        <p:spPr>
          <a:xfrm>
            <a:off x="718692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8" name="Google Shape;1138;p58"/>
          <p:cNvSpPr/>
          <p:nvPr/>
        </p:nvSpPr>
        <p:spPr>
          <a:xfrm>
            <a:off x="7917689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9" name="Google Shape;1139;p58"/>
          <p:cNvSpPr txBox="1"/>
          <p:nvPr/>
        </p:nvSpPr>
        <p:spPr>
          <a:xfrm>
            <a:off x="575525" y="1356450"/>
            <a:ext cx="6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0" name="Google Shape;1140;p58"/>
          <p:cNvSpPr txBox="1"/>
          <p:nvPr/>
        </p:nvSpPr>
        <p:spPr>
          <a:xfrm>
            <a:off x="311700" y="2083225"/>
            <a:ext cx="100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1" name="Google Shape;1141;p58"/>
          <p:cNvSpPr/>
          <p:nvPr/>
        </p:nvSpPr>
        <p:spPr>
          <a:xfrm>
            <a:off x="7332213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2" name="Google Shape;1142;p58"/>
          <p:cNvSpPr/>
          <p:nvPr/>
        </p:nvSpPr>
        <p:spPr>
          <a:xfrm>
            <a:off x="8062988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3" name="Google Shape;1143;p58"/>
          <p:cNvSpPr txBox="1"/>
          <p:nvPr/>
        </p:nvSpPr>
        <p:spPr>
          <a:xfrm>
            <a:off x="7567888" y="2597600"/>
            <a:ext cx="585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4" name="Google Shape;1144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2513" y="2973325"/>
            <a:ext cx="325800" cy="32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5" name="Google Shape;1145;p58"/>
          <p:cNvSpPr txBox="1"/>
          <p:nvPr>
            <p:ph type="title"/>
          </p:nvPr>
        </p:nvSpPr>
        <p:spPr>
          <a:xfrm>
            <a:off x="311700" y="3322550"/>
            <a:ext cx="8520600" cy="17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020">
                <a:solidFill>
                  <a:schemeClr val="dk2"/>
                </a:solidFill>
              </a:rPr>
              <a:t>Termina la primera pasada</a:t>
            </a:r>
            <a:endParaRPr sz="202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Ordenamiento Menor a Mayor</a:t>
            </a:r>
            <a:endParaRPr/>
          </a:p>
        </p:txBody>
      </p:sp>
      <p:sp>
        <p:nvSpPr>
          <p:cNvPr id="1151" name="Google Shape;1151;p59"/>
          <p:cNvSpPr/>
          <p:nvPr/>
        </p:nvSpPr>
        <p:spPr>
          <a:xfrm>
            <a:off x="14255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2" name="Google Shape;1152;p59"/>
          <p:cNvSpPr/>
          <p:nvPr/>
        </p:nvSpPr>
        <p:spPr>
          <a:xfrm>
            <a:off x="215627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3" name="Google Shape;1153;p59"/>
          <p:cNvSpPr/>
          <p:nvPr/>
        </p:nvSpPr>
        <p:spPr>
          <a:xfrm>
            <a:off x="28870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4" name="Google Shape;1154;p59"/>
          <p:cNvSpPr/>
          <p:nvPr/>
        </p:nvSpPr>
        <p:spPr>
          <a:xfrm>
            <a:off x="36168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5" name="Google Shape;1155;p59"/>
          <p:cNvSpPr/>
          <p:nvPr/>
        </p:nvSpPr>
        <p:spPr>
          <a:xfrm>
            <a:off x="4347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6" name="Google Shape;1156;p59"/>
          <p:cNvSpPr/>
          <p:nvPr/>
        </p:nvSpPr>
        <p:spPr>
          <a:xfrm>
            <a:off x="507735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7" name="Google Shape;1157;p59"/>
          <p:cNvSpPr/>
          <p:nvPr/>
        </p:nvSpPr>
        <p:spPr>
          <a:xfrm>
            <a:off x="580858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8" name="Google Shape;1158;p59"/>
          <p:cNvSpPr/>
          <p:nvPr/>
        </p:nvSpPr>
        <p:spPr>
          <a:xfrm>
            <a:off x="653983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9" name="Google Shape;1159;p59"/>
          <p:cNvSpPr/>
          <p:nvPr/>
        </p:nvSpPr>
        <p:spPr>
          <a:xfrm>
            <a:off x="7271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0" name="Google Shape;1160;p59"/>
          <p:cNvSpPr/>
          <p:nvPr/>
        </p:nvSpPr>
        <p:spPr>
          <a:xfrm>
            <a:off x="80023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1" name="Google Shape;1161;p59"/>
          <p:cNvSpPr/>
          <p:nvPr/>
        </p:nvSpPr>
        <p:spPr>
          <a:xfrm>
            <a:off x="1340911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2" name="Google Shape;1162;p59"/>
          <p:cNvSpPr/>
          <p:nvPr/>
        </p:nvSpPr>
        <p:spPr>
          <a:xfrm>
            <a:off x="207167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3" name="Google Shape;1163;p59"/>
          <p:cNvSpPr/>
          <p:nvPr/>
        </p:nvSpPr>
        <p:spPr>
          <a:xfrm>
            <a:off x="280242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67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4" name="Google Shape;1164;p59"/>
          <p:cNvSpPr/>
          <p:nvPr/>
        </p:nvSpPr>
        <p:spPr>
          <a:xfrm>
            <a:off x="35331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5" name="Google Shape;1165;p59"/>
          <p:cNvSpPr/>
          <p:nvPr/>
        </p:nvSpPr>
        <p:spPr>
          <a:xfrm>
            <a:off x="426392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6" name="Google Shape;1166;p59"/>
          <p:cNvSpPr/>
          <p:nvPr/>
        </p:nvSpPr>
        <p:spPr>
          <a:xfrm>
            <a:off x="49946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98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7" name="Google Shape;1167;p59"/>
          <p:cNvSpPr/>
          <p:nvPr/>
        </p:nvSpPr>
        <p:spPr>
          <a:xfrm>
            <a:off x="5725300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99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8" name="Google Shape;1168;p59"/>
          <p:cNvSpPr/>
          <p:nvPr/>
        </p:nvSpPr>
        <p:spPr>
          <a:xfrm>
            <a:off x="645617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9" name="Google Shape;1169;p59"/>
          <p:cNvSpPr/>
          <p:nvPr/>
        </p:nvSpPr>
        <p:spPr>
          <a:xfrm>
            <a:off x="718692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0" name="Google Shape;1170;p59"/>
          <p:cNvSpPr/>
          <p:nvPr/>
        </p:nvSpPr>
        <p:spPr>
          <a:xfrm>
            <a:off x="7917689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1" name="Google Shape;1171;p59"/>
          <p:cNvSpPr txBox="1"/>
          <p:nvPr/>
        </p:nvSpPr>
        <p:spPr>
          <a:xfrm>
            <a:off x="575525" y="1356450"/>
            <a:ext cx="6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2" name="Google Shape;1172;p59"/>
          <p:cNvSpPr txBox="1"/>
          <p:nvPr/>
        </p:nvSpPr>
        <p:spPr>
          <a:xfrm>
            <a:off x="311700" y="2083225"/>
            <a:ext cx="100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3" name="Google Shape;1173;p59"/>
          <p:cNvSpPr/>
          <p:nvPr/>
        </p:nvSpPr>
        <p:spPr>
          <a:xfrm>
            <a:off x="7332213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4" name="Google Shape;1174;p59"/>
          <p:cNvSpPr/>
          <p:nvPr/>
        </p:nvSpPr>
        <p:spPr>
          <a:xfrm>
            <a:off x="8062988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5" name="Google Shape;1175;p59"/>
          <p:cNvSpPr txBox="1"/>
          <p:nvPr/>
        </p:nvSpPr>
        <p:spPr>
          <a:xfrm>
            <a:off x="7567888" y="2597600"/>
            <a:ext cx="585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6" name="Google Shape;1176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2513" y="2973325"/>
            <a:ext cx="325800" cy="32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7" name="Google Shape;1177;p59"/>
          <p:cNvSpPr txBox="1"/>
          <p:nvPr>
            <p:ph type="title"/>
          </p:nvPr>
        </p:nvSpPr>
        <p:spPr>
          <a:xfrm>
            <a:off x="311700" y="3322550"/>
            <a:ext cx="8520600" cy="17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020">
                <a:solidFill>
                  <a:schemeClr val="dk2"/>
                </a:solidFill>
              </a:rPr>
              <a:t>Termina la primera pasada:</a:t>
            </a:r>
            <a:endParaRPr sz="2020">
              <a:solidFill>
                <a:schemeClr val="dk2"/>
              </a:solidFill>
            </a:endParaRPr>
          </a:p>
          <a:p>
            <a:pPr indent="-35687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20"/>
              <a:buChar char="●"/>
            </a:pPr>
            <a:r>
              <a:rPr lang="es" sz="2020">
                <a:solidFill>
                  <a:schemeClr val="dk2"/>
                </a:solidFill>
              </a:rPr>
              <a:t>Asegura que el mayor va a estar al final del arreglo.</a:t>
            </a:r>
            <a:endParaRPr sz="202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02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Ordenamiento Menor a Mayor</a:t>
            </a:r>
            <a:endParaRPr/>
          </a:p>
        </p:txBody>
      </p:sp>
      <p:sp>
        <p:nvSpPr>
          <p:cNvPr id="1183" name="Google Shape;1183;p60"/>
          <p:cNvSpPr/>
          <p:nvPr/>
        </p:nvSpPr>
        <p:spPr>
          <a:xfrm>
            <a:off x="14255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4" name="Google Shape;1184;p60"/>
          <p:cNvSpPr/>
          <p:nvPr/>
        </p:nvSpPr>
        <p:spPr>
          <a:xfrm>
            <a:off x="215627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5" name="Google Shape;1185;p60"/>
          <p:cNvSpPr/>
          <p:nvPr/>
        </p:nvSpPr>
        <p:spPr>
          <a:xfrm>
            <a:off x="28870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6" name="Google Shape;1186;p60"/>
          <p:cNvSpPr/>
          <p:nvPr/>
        </p:nvSpPr>
        <p:spPr>
          <a:xfrm>
            <a:off x="36168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7" name="Google Shape;1187;p60"/>
          <p:cNvSpPr/>
          <p:nvPr/>
        </p:nvSpPr>
        <p:spPr>
          <a:xfrm>
            <a:off x="4347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8" name="Google Shape;1188;p60"/>
          <p:cNvSpPr/>
          <p:nvPr/>
        </p:nvSpPr>
        <p:spPr>
          <a:xfrm>
            <a:off x="507735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9" name="Google Shape;1189;p60"/>
          <p:cNvSpPr/>
          <p:nvPr/>
        </p:nvSpPr>
        <p:spPr>
          <a:xfrm>
            <a:off x="580858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0" name="Google Shape;1190;p60"/>
          <p:cNvSpPr/>
          <p:nvPr/>
        </p:nvSpPr>
        <p:spPr>
          <a:xfrm>
            <a:off x="653983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1" name="Google Shape;1191;p60"/>
          <p:cNvSpPr/>
          <p:nvPr/>
        </p:nvSpPr>
        <p:spPr>
          <a:xfrm>
            <a:off x="7271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2" name="Google Shape;1192;p60"/>
          <p:cNvSpPr/>
          <p:nvPr/>
        </p:nvSpPr>
        <p:spPr>
          <a:xfrm>
            <a:off x="80023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3" name="Google Shape;1193;p60"/>
          <p:cNvSpPr/>
          <p:nvPr/>
        </p:nvSpPr>
        <p:spPr>
          <a:xfrm>
            <a:off x="1340911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4" name="Google Shape;1194;p60"/>
          <p:cNvSpPr/>
          <p:nvPr/>
        </p:nvSpPr>
        <p:spPr>
          <a:xfrm>
            <a:off x="207167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5" name="Google Shape;1195;p60"/>
          <p:cNvSpPr/>
          <p:nvPr/>
        </p:nvSpPr>
        <p:spPr>
          <a:xfrm>
            <a:off x="280242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67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6" name="Google Shape;1196;p60"/>
          <p:cNvSpPr/>
          <p:nvPr/>
        </p:nvSpPr>
        <p:spPr>
          <a:xfrm>
            <a:off x="35331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7" name="Google Shape;1197;p60"/>
          <p:cNvSpPr/>
          <p:nvPr/>
        </p:nvSpPr>
        <p:spPr>
          <a:xfrm>
            <a:off x="426392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8" name="Google Shape;1198;p60"/>
          <p:cNvSpPr/>
          <p:nvPr/>
        </p:nvSpPr>
        <p:spPr>
          <a:xfrm>
            <a:off x="49946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98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9" name="Google Shape;1199;p60"/>
          <p:cNvSpPr/>
          <p:nvPr/>
        </p:nvSpPr>
        <p:spPr>
          <a:xfrm>
            <a:off x="5725300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99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0" name="Google Shape;1200;p60"/>
          <p:cNvSpPr/>
          <p:nvPr/>
        </p:nvSpPr>
        <p:spPr>
          <a:xfrm>
            <a:off x="645617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1" name="Google Shape;1201;p60"/>
          <p:cNvSpPr/>
          <p:nvPr/>
        </p:nvSpPr>
        <p:spPr>
          <a:xfrm>
            <a:off x="718692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2" name="Google Shape;1202;p60"/>
          <p:cNvSpPr/>
          <p:nvPr/>
        </p:nvSpPr>
        <p:spPr>
          <a:xfrm>
            <a:off x="7917689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3" name="Google Shape;1203;p60"/>
          <p:cNvSpPr txBox="1"/>
          <p:nvPr/>
        </p:nvSpPr>
        <p:spPr>
          <a:xfrm>
            <a:off x="575525" y="1356450"/>
            <a:ext cx="6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4" name="Google Shape;1204;p60"/>
          <p:cNvSpPr txBox="1"/>
          <p:nvPr/>
        </p:nvSpPr>
        <p:spPr>
          <a:xfrm>
            <a:off x="311700" y="2083225"/>
            <a:ext cx="100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5" name="Google Shape;1205;p60"/>
          <p:cNvSpPr/>
          <p:nvPr/>
        </p:nvSpPr>
        <p:spPr>
          <a:xfrm>
            <a:off x="7332213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6" name="Google Shape;1206;p60"/>
          <p:cNvSpPr/>
          <p:nvPr/>
        </p:nvSpPr>
        <p:spPr>
          <a:xfrm>
            <a:off x="8062988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7" name="Google Shape;1207;p60"/>
          <p:cNvSpPr txBox="1"/>
          <p:nvPr/>
        </p:nvSpPr>
        <p:spPr>
          <a:xfrm>
            <a:off x="7567888" y="2597600"/>
            <a:ext cx="585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8" name="Google Shape;1208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2513" y="2973325"/>
            <a:ext cx="325800" cy="32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9" name="Google Shape;1209;p60"/>
          <p:cNvSpPr txBox="1"/>
          <p:nvPr>
            <p:ph type="title"/>
          </p:nvPr>
        </p:nvSpPr>
        <p:spPr>
          <a:xfrm>
            <a:off x="311700" y="3322550"/>
            <a:ext cx="8520600" cy="17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020">
                <a:solidFill>
                  <a:schemeClr val="dk2"/>
                </a:solidFill>
              </a:rPr>
              <a:t>Termina la primera pasada:</a:t>
            </a:r>
            <a:endParaRPr sz="2020">
              <a:solidFill>
                <a:schemeClr val="dk2"/>
              </a:solidFill>
            </a:endParaRPr>
          </a:p>
          <a:p>
            <a:pPr indent="-35687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20"/>
              <a:buChar char="●"/>
            </a:pPr>
            <a:r>
              <a:rPr lang="es" sz="2020">
                <a:solidFill>
                  <a:schemeClr val="dk2"/>
                </a:solidFill>
              </a:rPr>
              <a:t>Asegura que el mayor va a estar al final del arreglo.</a:t>
            </a:r>
            <a:endParaRPr sz="2020">
              <a:solidFill>
                <a:schemeClr val="dk2"/>
              </a:solidFill>
            </a:endParaRPr>
          </a:p>
          <a:p>
            <a:pPr indent="-35687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20"/>
              <a:buChar char="●"/>
            </a:pPr>
            <a:r>
              <a:rPr lang="es" sz="2020">
                <a:solidFill>
                  <a:schemeClr val="dk2"/>
                </a:solidFill>
              </a:rPr>
              <a:t>¿Cuántas pasadas hay que hacer para (asegurar) un arreglo ordenado de N elementos?</a:t>
            </a:r>
            <a:endParaRPr sz="2020">
              <a:solidFill>
                <a:schemeClr val="dk2"/>
              </a:solidFill>
            </a:endParaRPr>
          </a:p>
          <a:p>
            <a:pPr indent="-356869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20"/>
              <a:buChar char="○"/>
            </a:pPr>
            <a:r>
              <a:rPr lang="es" sz="2020">
                <a:solidFill>
                  <a:schemeClr val="dk2"/>
                </a:solidFill>
              </a:rPr>
              <a:t>N-1</a:t>
            </a:r>
            <a:endParaRPr sz="202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Ordenamiento Menor a Mayor</a:t>
            </a:r>
            <a:endParaRPr/>
          </a:p>
        </p:txBody>
      </p:sp>
      <p:sp>
        <p:nvSpPr>
          <p:cNvPr id="1215" name="Google Shape;1215;p61"/>
          <p:cNvSpPr/>
          <p:nvPr/>
        </p:nvSpPr>
        <p:spPr>
          <a:xfrm>
            <a:off x="14255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6" name="Google Shape;1216;p61"/>
          <p:cNvSpPr/>
          <p:nvPr/>
        </p:nvSpPr>
        <p:spPr>
          <a:xfrm>
            <a:off x="215627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7" name="Google Shape;1217;p61"/>
          <p:cNvSpPr/>
          <p:nvPr/>
        </p:nvSpPr>
        <p:spPr>
          <a:xfrm>
            <a:off x="28870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8" name="Google Shape;1218;p61"/>
          <p:cNvSpPr/>
          <p:nvPr/>
        </p:nvSpPr>
        <p:spPr>
          <a:xfrm>
            <a:off x="36168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9" name="Google Shape;1219;p61"/>
          <p:cNvSpPr/>
          <p:nvPr/>
        </p:nvSpPr>
        <p:spPr>
          <a:xfrm>
            <a:off x="4347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0" name="Google Shape;1220;p61"/>
          <p:cNvSpPr/>
          <p:nvPr/>
        </p:nvSpPr>
        <p:spPr>
          <a:xfrm>
            <a:off x="507735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1" name="Google Shape;1221;p61"/>
          <p:cNvSpPr/>
          <p:nvPr/>
        </p:nvSpPr>
        <p:spPr>
          <a:xfrm>
            <a:off x="580858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2" name="Google Shape;1222;p61"/>
          <p:cNvSpPr/>
          <p:nvPr/>
        </p:nvSpPr>
        <p:spPr>
          <a:xfrm>
            <a:off x="653983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3" name="Google Shape;1223;p61"/>
          <p:cNvSpPr/>
          <p:nvPr/>
        </p:nvSpPr>
        <p:spPr>
          <a:xfrm>
            <a:off x="7271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4" name="Google Shape;1224;p61"/>
          <p:cNvSpPr/>
          <p:nvPr/>
        </p:nvSpPr>
        <p:spPr>
          <a:xfrm>
            <a:off x="80023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5" name="Google Shape;1225;p61"/>
          <p:cNvSpPr/>
          <p:nvPr/>
        </p:nvSpPr>
        <p:spPr>
          <a:xfrm>
            <a:off x="1340911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6" name="Google Shape;1226;p61"/>
          <p:cNvSpPr/>
          <p:nvPr/>
        </p:nvSpPr>
        <p:spPr>
          <a:xfrm>
            <a:off x="207167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7" name="Google Shape;1227;p61"/>
          <p:cNvSpPr/>
          <p:nvPr/>
        </p:nvSpPr>
        <p:spPr>
          <a:xfrm>
            <a:off x="280242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67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8" name="Google Shape;1228;p61"/>
          <p:cNvSpPr/>
          <p:nvPr/>
        </p:nvSpPr>
        <p:spPr>
          <a:xfrm>
            <a:off x="35331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9" name="Google Shape;1229;p61"/>
          <p:cNvSpPr/>
          <p:nvPr/>
        </p:nvSpPr>
        <p:spPr>
          <a:xfrm>
            <a:off x="426392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0" name="Google Shape;1230;p61"/>
          <p:cNvSpPr/>
          <p:nvPr/>
        </p:nvSpPr>
        <p:spPr>
          <a:xfrm>
            <a:off x="49946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98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1" name="Google Shape;1231;p61"/>
          <p:cNvSpPr/>
          <p:nvPr/>
        </p:nvSpPr>
        <p:spPr>
          <a:xfrm>
            <a:off x="5725300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99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2" name="Google Shape;1232;p61"/>
          <p:cNvSpPr/>
          <p:nvPr/>
        </p:nvSpPr>
        <p:spPr>
          <a:xfrm>
            <a:off x="645617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3" name="Google Shape;1233;p61"/>
          <p:cNvSpPr/>
          <p:nvPr/>
        </p:nvSpPr>
        <p:spPr>
          <a:xfrm>
            <a:off x="718692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4" name="Google Shape;1234;p61"/>
          <p:cNvSpPr/>
          <p:nvPr/>
        </p:nvSpPr>
        <p:spPr>
          <a:xfrm>
            <a:off x="7917689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5" name="Google Shape;1235;p61"/>
          <p:cNvSpPr txBox="1"/>
          <p:nvPr/>
        </p:nvSpPr>
        <p:spPr>
          <a:xfrm>
            <a:off x="575525" y="1356450"/>
            <a:ext cx="6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6" name="Google Shape;1236;p61"/>
          <p:cNvSpPr txBox="1"/>
          <p:nvPr/>
        </p:nvSpPr>
        <p:spPr>
          <a:xfrm>
            <a:off x="311700" y="2083225"/>
            <a:ext cx="100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7" name="Google Shape;1237;p61"/>
          <p:cNvSpPr/>
          <p:nvPr/>
        </p:nvSpPr>
        <p:spPr>
          <a:xfrm>
            <a:off x="1481863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8" name="Google Shape;1238;p61"/>
          <p:cNvSpPr/>
          <p:nvPr/>
        </p:nvSpPr>
        <p:spPr>
          <a:xfrm>
            <a:off x="2212638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9" name="Google Shape;1239;p61"/>
          <p:cNvSpPr txBox="1"/>
          <p:nvPr/>
        </p:nvSpPr>
        <p:spPr>
          <a:xfrm>
            <a:off x="1717538" y="2597600"/>
            <a:ext cx="585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Ordenamiento Menor a Mayor</a:t>
            </a:r>
            <a:endParaRPr/>
          </a:p>
        </p:txBody>
      </p:sp>
      <p:sp>
        <p:nvSpPr>
          <p:cNvPr id="1245" name="Google Shape;1245;p62"/>
          <p:cNvSpPr/>
          <p:nvPr/>
        </p:nvSpPr>
        <p:spPr>
          <a:xfrm>
            <a:off x="14255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6" name="Google Shape;1246;p62"/>
          <p:cNvSpPr/>
          <p:nvPr/>
        </p:nvSpPr>
        <p:spPr>
          <a:xfrm>
            <a:off x="215627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7" name="Google Shape;1247;p62"/>
          <p:cNvSpPr/>
          <p:nvPr/>
        </p:nvSpPr>
        <p:spPr>
          <a:xfrm>
            <a:off x="28870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8" name="Google Shape;1248;p62"/>
          <p:cNvSpPr/>
          <p:nvPr/>
        </p:nvSpPr>
        <p:spPr>
          <a:xfrm>
            <a:off x="36168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9" name="Google Shape;1249;p62"/>
          <p:cNvSpPr/>
          <p:nvPr/>
        </p:nvSpPr>
        <p:spPr>
          <a:xfrm>
            <a:off x="4347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0" name="Google Shape;1250;p62"/>
          <p:cNvSpPr/>
          <p:nvPr/>
        </p:nvSpPr>
        <p:spPr>
          <a:xfrm>
            <a:off x="507735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1" name="Google Shape;1251;p62"/>
          <p:cNvSpPr/>
          <p:nvPr/>
        </p:nvSpPr>
        <p:spPr>
          <a:xfrm>
            <a:off x="580858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2" name="Google Shape;1252;p62"/>
          <p:cNvSpPr/>
          <p:nvPr/>
        </p:nvSpPr>
        <p:spPr>
          <a:xfrm>
            <a:off x="653983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3" name="Google Shape;1253;p62"/>
          <p:cNvSpPr/>
          <p:nvPr/>
        </p:nvSpPr>
        <p:spPr>
          <a:xfrm>
            <a:off x="7271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4" name="Google Shape;1254;p62"/>
          <p:cNvSpPr/>
          <p:nvPr/>
        </p:nvSpPr>
        <p:spPr>
          <a:xfrm>
            <a:off x="80023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5" name="Google Shape;1255;p62"/>
          <p:cNvSpPr/>
          <p:nvPr/>
        </p:nvSpPr>
        <p:spPr>
          <a:xfrm>
            <a:off x="1340911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6" name="Google Shape;1256;p62"/>
          <p:cNvSpPr/>
          <p:nvPr/>
        </p:nvSpPr>
        <p:spPr>
          <a:xfrm>
            <a:off x="207167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7" name="Google Shape;1257;p62"/>
          <p:cNvSpPr/>
          <p:nvPr/>
        </p:nvSpPr>
        <p:spPr>
          <a:xfrm>
            <a:off x="280242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67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8" name="Google Shape;1258;p62"/>
          <p:cNvSpPr/>
          <p:nvPr/>
        </p:nvSpPr>
        <p:spPr>
          <a:xfrm>
            <a:off x="35331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9" name="Google Shape;1259;p62"/>
          <p:cNvSpPr/>
          <p:nvPr/>
        </p:nvSpPr>
        <p:spPr>
          <a:xfrm>
            <a:off x="426392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0" name="Google Shape;1260;p62"/>
          <p:cNvSpPr/>
          <p:nvPr/>
        </p:nvSpPr>
        <p:spPr>
          <a:xfrm>
            <a:off x="49946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98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1" name="Google Shape;1261;p62"/>
          <p:cNvSpPr/>
          <p:nvPr/>
        </p:nvSpPr>
        <p:spPr>
          <a:xfrm>
            <a:off x="5725300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99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2" name="Google Shape;1262;p62"/>
          <p:cNvSpPr/>
          <p:nvPr/>
        </p:nvSpPr>
        <p:spPr>
          <a:xfrm>
            <a:off x="645617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3" name="Google Shape;1263;p62"/>
          <p:cNvSpPr/>
          <p:nvPr/>
        </p:nvSpPr>
        <p:spPr>
          <a:xfrm>
            <a:off x="718692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4" name="Google Shape;1264;p62"/>
          <p:cNvSpPr/>
          <p:nvPr/>
        </p:nvSpPr>
        <p:spPr>
          <a:xfrm>
            <a:off x="7917689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5" name="Google Shape;1265;p62"/>
          <p:cNvSpPr txBox="1"/>
          <p:nvPr/>
        </p:nvSpPr>
        <p:spPr>
          <a:xfrm>
            <a:off x="575525" y="1356450"/>
            <a:ext cx="6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6" name="Google Shape;1266;p62"/>
          <p:cNvSpPr txBox="1"/>
          <p:nvPr/>
        </p:nvSpPr>
        <p:spPr>
          <a:xfrm>
            <a:off x="311700" y="2083225"/>
            <a:ext cx="100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7" name="Google Shape;1267;p62"/>
          <p:cNvSpPr/>
          <p:nvPr/>
        </p:nvSpPr>
        <p:spPr>
          <a:xfrm>
            <a:off x="1481863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8" name="Google Shape;1268;p62"/>
          <p:cNvSpPr/>
          <p:nvPr/>
        </p:nvSpPr>
        <p:spPr>
          <a:xfrm>
            <a:off x="2212638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9" name="Google Shape;1269;p62"/>
          <p:cNvSpPr txBox="1"/>
          <p:nvPr/>
        </p:nvSpPr>
        <p:spPr>
          <a:xfrm>
            <a:off x="1717538" y="2597600"/>
            <a:ext cx="585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0" name="Google Shape;1270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10025" y="3074725"/>
            <a:ext cx="283450" cy="28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Ordenamiento Menor a Mayor</a:t>
            </a:r>
            <a:endParaRPr/>
          </a:p>
        </p:txBody>
      </p:sp>
      <p:sp>
        <p:nvSpPr>
          <p:cNvPr id="1276" name="Google Shape;1276;p63"/>
          <p:cNvSpPr/>
          <p:nvPr/>
        </p:nvSpPr>
        <p:spPr>
          <a:xfrm>
            <a:off x="14255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7" name="Google Shape;1277;p63"/>
          <p:cNvSpPr/>
          <p:nvPr/>
        </p:nvSpPr>
        <p:spPr>
          <a:xfrm>
            <a:off x="215627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8" name="Google Shape;1278;p63"/>
          <p:cNvSpPr/>
          <p:nvPr/>
        </p:nvSpPr>
        <p:spPr>
          <a:xfrm>
            <a:off x="28870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9" name="Google Shape;1279;p63"/>
          <p:cNvSpPr/>
          <p:nvPr/>
        </p:nvSpPr>
        <p:spPr>
          <a:xfrm>
            <a:off x="36168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0" name="Google Shape;1280;p63"/>
          <p:cNvSpPr/>
          <p:nvPr/>
        </p:nvSpPr>
        <p:spPr>
          <a:xfrm>
            <a:off x="4347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1" name="Google Shape;1281;p63"/>
          <p:cNvSpPr/>
          <p:nvPr/>
        </p:nvSpPr>
        <p:spPr>
          <a:xfrm>
            <a:off x="507735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2" name="Google Shape;1282;p63"/>
          <p:cNvSpPr/>
          <p:nvPr/>
        </p:nvSpPr>
        <p:spPr>
          <a:xfrm>
            <a:off x="580858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3" name="Google Shape;1283;p63"/>
          <p:cNvSpPr/>
          <p:nvPr/>
        </p:nvSpPr>
        <p:spPr>
          <a:xfrm>
            <a:off x="653983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4" name="Google Shape;1284;p63"/>
          <p:cNvSpPr/>
          <p:nvPr/>
        </p:nvSpPr>
        <p:spPr>
          <a:xfrm>
            <a:off x="7271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5" name="Google Shape;1285;p63"/>
          <p:cNvSpPr/>
          <p:nvPr/>
        </p:nvSpPr>
        <p:spPr>
          <a:xfrm>
            <a:off x="80023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6" name="Google Shape;1286;p63"/>
          <p:cNvSpPr/>
          <p:nvPr/>
        </p:nvSpPr>
        <p:spPr>
          <a:xfrm>
            <a:off x="1340911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7" name="Google Shape;1287;p63"/>
          <p:cNvSpPr/>
          <p:nvPr/>
        </p:nvSpPr>
        <p:spPr>
          <a:xfrm>
            <a:off x="207167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8" name="Google Shape;1288;p63"/>
          <p:cNvSpPr/>
          <p:nvPr/>
        </p:nvSpPr>
        <p:spPr>
          <a:xfrm>
            <a:off x="280242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67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9" name="Google Shape;1289;p63"/>
          <p:cNvSpPr/>
          <p:nvPr/>
        </p:nvSpPr>
        <p:spPr>
          <a:xfrm>
            <a:off x="35331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0" name="Google Shape;1290;p63"/>
          <p:cNvSpPr/>
          <p:nvPr/>
        </p:nvSpPr>
        <p:spPr>
          <a:xfrm>
            <a:off x="426392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1" name="Google Shape;1291;p63"/>
          <p:cNvSpPr/>
          <p:nvPr/>
        </p:nvSpPr>
        <p:spPr>
          <a:xfrm>
            <a:off x="49946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98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2" name="Google Shape;1292;p63"/>
          <p:cNvSpPr/>
          <p:nvPr/>
        </p:nvSpPr>
        <p:spPr>
          <a:xfrm>
            <a:off x="5725300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99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3" name="Google Shape;1293;p63"/>
          <p:cNvSpPr/>
          <p:nvPr/>
        </p:nvSpPr>
        <p:spPr>
          <a:xfrm>
            <a:off x="645617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4" name="Google Shape;1294;p63"/>
          <p:cNvSpPr/>
          <p:nvPr/>
        </p:nvSpPr>
        <p:spPr>
          <a:xfrm>
            <a:off x="718692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5" name="Google Shape;1295;p63"/>
          <p:cNvSpPr/>
          <p:nvPr/>
        </p:nvSpPr>
        <p:spPr>
          <a:xfrm>
            <a:off x="7917689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6" name="Google Shape;1296;p63"/>
          <p:cNvSpPr txBox="1"/>
          <p:nvPr/>
        </p:nvSpPr>
        <p:spPr>
          <a:xfrm>
            <a:off x="575525" y="1356450"/>
            <a:ext cx="6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7" name="Google Shape;1297;p63"/>
          <p:cNvSpPr txBox="1"/>
          <p:nvPr/>
        </p:nvSpPr>
        <p:spPr>
          <a:xfrm>
            <a:off x="311700" y="2083225"/>
            <a:ext cx="100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8" name="Google Shape;1298;p63"/>
          <p:cNvSpPr/>
          <p:nvPr/>
        </p:nvSpPr>
        <p:spPr>
          <a:xfrm>
            <a:off x="2223813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9" name="Google Shape;1299;p63"/>
          <p:cNvSpPr/>
          <p:nvPr/>
        </p:nvSpPr>
        <p:spPr>
          <a:xfrm>
            <a:off x="2954588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0" name="Google Shape;1300;p63"/>
          <p:cNvSpPr txBox="1"/>
          <p:nvPr/>
        </p:nvSpPr>
        <p:spPr>
          <a:xfrm>
            <a:off x="2459488" y="2597600"/>
            <a:ext cx="585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4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Ordenamiento Menor a Mayor</a:t>
            </a:r>
            <a:endParaRPr/>
          </a:p>
        </p:txBody>
      </p:sp>
      <p:sp>
        <p:nvSpPr>
          <p:cNvPr id="1306" name="Google Shape;1306;p64"/>
          <p:cNvSpPr/>
          <p:nvPr/>
        </p:nvSpPr>
        <p:spPr>
          <a:xfrm>
            <a:off x="14255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7" name="Google Shape;1307;p64"/>
          <p:cNvSpPr/>
          <p:nvPr/>
        </p:nvSpPr>
        <p:spPr>
          <a:xfrm>
            <a:off x="215627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8" name="Google Shape;1308;p64"/>
          <p:cNvSpPr/>
          <p:nvPr/>
        </p:nvSpPr>
        <p:spPr>
          <a:xfrm>
            <a:off x="28870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9" name="Google Shape;1309;p64"/>
          <p:cNvSpPr/>
          <p:nvPr/>
        </p:nvSpPr>
        <p:spPr>
          <a:xfrm>
            <a:off x="36168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0" name="Google Shape;1310;p64"/>
          <p:cNvSpPr/>
          <p:nvPr/>
        </p:nvSpPr>
        <p:spPr>
          <a:xfrm>
            <a:off x="4347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1" name="Google Shape;1311;p64"/>
          <p:cNvSpPr/>
          <p:nvPr/>
        </p:nvSpPr>
        <p:spPr>
          <a:xfrm>
            <a:off x="507735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2" name="Google Shape;1312;p64"/>
          <p:cNvSpPr/>
          <p:nvPr/>
        </p:nvSpPr>
        <p:spPr>
          <a:xfrm>
            <a:off x="580858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3" name="Google Shape;1313;p64"/>
          <p:cNvSpPr/>
          <p:nvPr/>
        </p:nvSpPr>
        <p:spPr>
          <a:xfrm>
            <a:off x="653983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4" name="Google Shape;1314;p64"/>
          <p:cNvSpPr/>
          <p:nvPr/>
        </p:nvSpPr>
        <p:spPr>
          <a:xfrm>
            <a:off x="7271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5" name="Google Shape;1315;p64"/>
          <p:cNvSpPr/>
          <p:nvPr/>
        </p:nvSpPr>
        <p:spPr>
          <a:xfrm>
            <a:off x="80023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6" name="Google Shape;1316;p64"/>
          <p:cNvSpPr/>
          <p:nvPr/>
        </p:nvSpPr>
        <p:spPr>
          <a:xfrm>
            <a:off x="1340911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7" name="Google Shape;1317;p64"/>
          <p:cNvSpPr/>
          <p:nvPr/>
        </p:nvSpPr>
        <p:spPr>
          <a:xfrm>
            <a:off x="207167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8" name="Google Shape;1318;p64"/>
          <p:cNvSpPr/>
          <p:nvPr/>
        </p:nvSpPr>
        <p:spPr>
          <a:xfrm>
            <a:off x="280242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67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9" name="Google Shape;1319;p64"/>
          <p:cNvSpPr/>
          <p:nvPr/>
        </p:nvSpPr>
        <p:spPr>
          <a:xfrm>
            <a:off x="35331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0" name="Google Shape;1320;p64"/>
          <p:cNvSpPr/>
          <p:nvPr/>
        </p:nvSpPr>
        <p:spPr>
          <a:xfrm>
            <a:off x="426392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1" name="Google Shape;1321;p64"/>
          <p:cNvSpPr/>
          <p:nvPr/>
        </p:nvSpPr>
        <p:spPr>
          <a:xfrm>
            <a:off x="49946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98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2" name="Google Shape;1322;p64"/>
          <p:cNvSpPr/>
          <p:nvPr/>
        </p:nvSpPr>
        <p:spPr>
          <a:xfrm>
            <a:off x="5725300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99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3" name="Google Shape;1323;p64"/>
          <p:cNvSpPr/>
          <p:nvPr/>
        </p:nvSpPr>
        <p:spPr>
          <a:xfrm>
            <a:off x="645617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4" name="Google Shape;1324;p64"/>
          <p:cNvSpPr/>
          <p:nvPr/>
        </p:nvSpPr>
        <p:spPr>
          <a:xfrm>
            <a:off x="718692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5" name="Google Shape;1325;p64"/>
          <p:cNvSpPr/>
          <p:nvPr/>
        </p:nvSpPr>
        <p:spPr>
          <a:xfrm>
            <a:off x="7917689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6" name="Google Shape;1326;p64"/>
          <p:cNvSpPr txBox="1"/>
          <p:nvPr/>
        </p:nvSpPr>
        <p:spPr>
          <a:xfrm>
            <a:off x="575525" y="1356450"/>
            <a:ext cx="6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7" name="Google Shape;1327;p64"/>
          <p:cNvSpPr txBox="1"/>
          <p:nvPr/>
        </p:nvSpPr>
        <p:spPr>
          <a:xfrm>
            <a:off x="311700" y="2083225"/>
            <a:ext cx="100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8" name="Google Shape;1328;p64"/>
          <p:cNvSpPr/>
          <p:nvPr/>
        </p:nvSpPr>
        <p:spPr>
          <a:xfrm>
            <a:off x="2223813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9" name="Google Shape;1329;p64"/>
          <p:cNvSpPr/>
          <p:nvPr/>
        </p:nvSpPr>
        <p:spPr>
          <a:xfrm>
            <a:off x="2954588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0" name="Google Shape;1330;p64"/>
          <p:cNvSpPr txBox="1"/>
          <p:nvPr/>
        </p:nvSpPr>
        <p:spPr>
          <a:xfrm>
            <a:off x="2459488" y="2597600"/>
            <a:ext cx="585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1" name="Google Shape;1331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1975" y="3074725"/>
            <a:ext cx="283450" cy="28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Ordenamiento Menor a Mayor</a:t>
            </a:r>
            <a:endParaRPr/>
          </a:p>
        </p:txBody>
      </p:sp>
      <p:sp>
        <p:nvSpPr>
          <p:cNvPr id="1337" name="Google Shape;1337;p65"/>
          <p:cNvSpPr/>
          <p:nvPr/>
        </p:nvSpPr>
        <p:spPr>
          <a:xfrm>
            <a:off x="14255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8" name="Google Shape;1338;p65"/>
          <p:cNvSpPr/>
          <p:nvPr/>
        </p:nvSpPr>
        <p:spPr>
          <a:xfrm>
            <a:off x="215627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9" name="Google Shape;1339;p65"/>
          <p:cNvSpPr/>
          <p:nvPr/>
        </p:nvSpPr>
        <p:spPr>
          <a:xfrm>
            <a:off x="28870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0" name="Google Shape;1340;p65"/>
          <p:cNvSpPr/>
          <p:nvPr/>
        </p:nvSpPr>
        <p:spPr>
          <a:xfrm>
            <a:off x="36168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1" name="Google Shape;1341;p65"/>
          <p:cNvSpPr/>
          <p:nvPr/>
        </p:nvSpPr>
        <p:spPr>
          <a:xfrm>
            <a:off x="4347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2" name="Google Shape;1342;p65"/>
          <p:cNvSpPr/>
          <p:nvPr/>
        </p:nvSpPr>
        <p:spPr>
          <a:xfrm>
            <a:off x="507735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3" name="Google Shape;1343;p65"/>
          <p:cNvSpPr/>
          <p:nvPr/>
        </p:nvSpPr>
        <p:spPr>
          <a:xfrm>
            <a:off x="580858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4" name="Google Shape;1344;p65"/>
          <p:cNvSpPr/>
          <p:nvPr/>
        </p:nvSpPr>
        <p:spPr>
          <a:xfrm>
            <a:off x="653983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5" name="Google Shape;1345;p65"/>
          <p:cNvSpPr/>
          <p:nvPr/>
        </p:nvSpPr>
        <p:spPr>
          <a:xfrm>
            <a:off x="7271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6" name="Google Shape;1346;p65"/>
          <p:cNvSpPr/>
          <p:nvPr/>
        </p:nvSpPr>
        <p:spPr>
          <a:xfrm>
            <a:off x="80023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7" name="Google Shape;1347;p65"/>
          <p:cNvSpPr/>
          <p:nvPr/>
        </p:nvSpPr>
        <p:spPr>
          <a:xfrm>
            <a:off x="1340911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8" name="Google Shape;1348;p65"/>
          <p:cNvSpPr/>
          <p:nvPr/>
        </p:nvSpPr>
        <p:spPr>
          <a:xfrm>
            <a:off x="207167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9" name="Google Shape;1349;p65"/>
          <p:cNvSpPr/>
          <p:nvPr/>
        </p:nvSpPr>
        <p:spPr>
          <a:xfrm>
            <a:off x="280242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67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0" name="Google Shape;1350;p65"/>
          <p:cNvSpPr/>
          <p:nvPr/>
        </p:nvSpPr>
        <p:spPr>
          <a:xfrm>
            <a:off x="35331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1" name="Google Shape;1351;p65"/>
          <p:cNvSpPr/>
          <p:nvPr/>
        </p:nvSpPr>
        <p:spPr>
          <a:xfrm>
            <a:off x="426392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2" name="Google Shape;1352;p65"/>
          <p:cNvSpPr/>
          <p:nvPr/>
        </p:nvSpPr>
        <p:spPr>
          <a:xfrm>
            <a:off x="49946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98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3" name="Google Shape;1353;p65"/>
          <p:cNvSpPr/>
          <p:nvPr/>
        </p:nvSpPr>
        <p:spPr>
          <a:xfrm>
            <a:off x="5725300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99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4" name="Google Shape;1354;p65"/>
          <p:cNvSpPr/>
          <p:nvPr/>
        </p:nvSpPr>
        <p:spPr>
          <a:xfrm>
            <a:off x="645617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5" name="Google Shape;1355;p65"/>
          <p:cNvSpPr/>
          <p:nvPr/>
        </p:nvSpPr>
        <p:spPr>
          <a:xfrm>
            <a:off x="718692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6" name="Google Shape;1356;p65"/>
          <p:cNvSpPr/>
          <p:nvPr/>
        </p:nvSpPr>
        <p:spPr>
          <a:xfrm>
            <a:off x="7917689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7" name="Google Shape;1357;p65"/>
          <p:cNvSpPr txBox="1"/>
          <p:nvPr/>
        </p:nvSpPr>
        <p:spPr>
          <a:xfrm>
            <a:off x="575525" y="1356450"/>
            <a:ext cx="6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8" name="Google Shape;1358;p65"/>
          <p:cNvSpPr txBox="1"/>
          <p:nvPr/>
        </p:nvSpPr>
        <p:spPr>
          <a:xfrm>
            <a:off x="311700" y="2083225"/>
            <a:ext cx="100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9" name="Google Shape;1359;p65"/>
          <p:cNvSpPr/>
          <p:nvPr/>
        </p:nvSpPr>
        <p:spPr>
          <a:xfrm>
            <a:off x="2935663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0" name="Google Shape;1360;p65"/>
          <p:cNvSpPr/>
          <p:nvPr/>
        </p:nvSpPr>
        <p:spPr>
          <a:xfrm>
            <a:off x="3666438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1" name="Google Shape;1361;p65"/>
          <p:cNvSpPr txBox="1"/>
          <p:nvPr/>
        </p:nvSpPr>
        <p:spPr>
          <a:xfrm>
            <a:off x="3171338" y="2597600"/>
            <a:ext cx="585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Ordenamiento Menor a Mayor</a:t>
            </a:r>
            <a:endParaRPr/>
          </a:p>
        </p:txBody>
      </p:sp>
      <p:sp>
        <p:nvSpPr>
          <p:cNvPr id="1367" name="Google Shape;1367;p66"/>
          <p:cNvSpPr/>
          <p:nvPr/>
        </p:nvSpPr>
        <p:spPr>
          <a:xfrm>
            <a:off x="14255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8" name="Google Shape;1368;p66"/>
          <p:cNvSpPr/>
          <p:nvPr/>
        </p:nvSpPr>
        <p:spPr>
          <a:xfrm>
            <a:off x="215627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9" name="Google Shape;1369;p66"/>
          <p:cNvSpPr/>
          <p:nvPr/>
        </p:nvSpPr>
        <p:spPr>
          <a:xfrm>
            <a:off x="28870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0" name="Google Shape;1370;p66"/>
          <p:cNvSpPr/>
          <p:nvPr/>
        </p:nvSpPr>
        <p:spPr>
          <a:xfrm>
            <a:off x="36168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1" name="Google Shape;1371;p66"/>
          <p:cNvSpPr/>
          <p:nvPr/>
        </p:nvSpPr>
        <p:spPr>
          <a:xfrm>
            <a:off x="4347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2" name="Google Shape;1372;p66"/>
          <p:cNvSpPr/>
          <p:nvPr/>
        </p:nvSpPr>
        <p:spPr>
          <a:xfrm>
            <a:off x="507735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3" name="Google Shape;1373;p66"/>
          <p:cNvSpPr/>
          <p:nvPr/>
        </p:nvSpPr>
        <p:spPr>
          <a:xfrm>
            <a:off x="580858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4" name="Google Shape;1374;p66"/>
          <p:cNvSpPr/>
          <p:nvPr/>
        </p:nvSpPr>
        <p:spPr>
          <a:xfrm>
            <a:off x="653983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5" name="Google Shape;1375;p66"/>
          <p:cNvSpPr/>
          <p:nvPr/>
        </p:nvSpPr>
        <p:spPr>
          <a:xfrm>
            <a:off x="7271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6" name="Google Shape;1376;p66"/>
          <p:cNvSpPr/>
          <p:nvPr/>
        </p:nvSpPr>
        <p:spPr>
          <a:xfrm>
            <a:off x="80023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7" name="Google Shape;1377;p66"/>
          <p:cNvSpPr/>
          <p:nvPr/>
        </p:nvSpPr>
        <p:spPr>
          <a:xfrm>
            <a:off x="1340911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8" name="Google Shape;1378;p66"/>
          <p:cNvSpPr/>
          <p:nvPr/>
        </p:nvSpPr>
        <p:spPr>
          <a:xfrm>
            <a:off x="207167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9" name="Google Shape;1379;p66"/>
          <p:cNvSpPr/>
          <p:nvPr/>
        </p:nvSpPr>
        <p:spPr>
          <a:xfrm>
            <a:off x="280242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67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0" name="Google Shape;1380;p66"/>
          <p:cNvSpPr/>
          <p:nvPr/>
        </p:nvSpPr>
        <p:spPr>
          <a:xfrm>
            <a:off x="35331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1" name="Google Shape;1381;p66"/>
          <p:cNvSpPr/>
          <p:nvPr/>
        </p:nvSpPr>
        <p:spPr>
          <a:xfrm>
            <a:off x="426392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2" name="Google Shape;1382;p66"/>
          <p:cNvSpPr/>
          <p:nvPr/>
        </p:nvSpPr>
        <p:spPr>
          <a:xfrm>
            <a:off x="49946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98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3" name="Google Shape;1383;p66"/>
          <p:cNvSpPr/>
          <p:nvPr/>
        </p:nvSpPr>
        <p:spPr>
          <a:xfrm>
            <a:off x="5725300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99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4" name="Google Shape;1384;p66"/>
          <p:cNvSpPr/>
          <p:nvPr/>
        </p:nvSpPr>
        <p:spPr>
          <a:xfrm>
            <a:off x="645617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5" name="Google Shape;1385;p66"/>
          <p:cNvSpPr/>
          <p:nvPr/>
        </p:nvSpPr>
        <p:spPr>
          <a:xfrm>
            <a:off x="718692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6" name="Google Shape;1386;p66"/>
          <p:cNvSpPr/>
          <p:nvPr/>
        </p:nvSpPr>
        <p:spPr>
          <a:xfrm>
            <a:off x="7917689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7" name="Google Shape;1387;p66"/>
          <p:cNvSpPr txBox="1"/>
          <p:nvPr/>
        </p:nvSpPr>
        <p:spPr>
          <a:xfrm>
            <a:off x="575525" y="1356450"/>
            <a:ext cx="6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8" name="Google Shape;1388;p66"/>
          <p:cNvSpPr txBox="1"/>
          <p:nvPr/>
        </p:nvSpPr>
        <p:spPr>
          <a:xfrm>
            <a:off x="311700" y="2083225"/>
            <a:ext cx="100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9" name="Google Shape;1389;p66"/>
          <p:cNvSpPr/>
          <p:nvPr/>
        </p:nvSpPr>
        <p:spPr>
          <a:xfrm>
            <a:off x="2935663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0" name="Google Shape;1390;p66"/>
          <p:cNvSpPr/>
          <p:nvPr/>
        </p:nvSpPr>
        <p:spPr>
          <a:xfrm>
            <a:off x="3666438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1" name="Google Shape;1391;p66"/>
          <p:cNvSpPr txBox="1"/>
          <p:nvPr/>
        </p:nvSpPr>
        <p:spPr>
          <a:xfrm>
            <a:off x="3171338" y="2597600"/>
            <a:ext cx="585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2" name="Google Shape;1392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5950" y="2973325"/>
            <a:ext cx="325800" cy="32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6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Ordenamiento Menor a Mayor</a:t>
            </a:r>
            <a:endParaRPr/>
          </a:p>
        </p:txBody>
      </p:sp>
      <p:sp>
        <p:nvSpPr>
          <p:cNvPr id="1398" name="Google Shape;1398;p67"/>
          <p:cNvSpPr/>
          <p:nvPr/>
        </p:nvSpPr>
        <p:spPr>
          <a:xfrm>
            <a:off x="14255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9" name="Google Shape;1399;p67"/>
          <p:cNvSpPr/>
          <p:nvPr/>
        </p:nvSpPr>
        <p:spPr>
          <a:xfrm>
            <a:off x="215627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0" name="Google Shape;1400;p67"/>
          <p:cNvSpPr/>
          <p:nvPr/>
        </p:nvSpPr>
        <p:spPr>
          <a:xfrm>
            <a:off x="28870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1" name="Google Shape;1401;p67"/>
          <p:cNvSpPr/>
          <p:nvPr/>
        </p:nvSpPr>
        <p:spPr>
          <a:xfrm>
            <a:off x="36168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2" name="Google Shape;1402;p67"/>
          <p:cNvSpPr/>
          <p:nvPr/>
        </p:nvSpPr>
        <p:spPr>
          <a:xfrm>
            <a:off x="4347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3" name="Google Shape;1403;p67"/>
          <p:cNvSpPr/>
          <p:nvPr/>
        </p:nvSpPr>
        <p:spPr>
          <a:xfrm>
            <a:off x="507735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4" name="Google Shape;1404;p67"/>
          <p:cNvSpPr/>
          <p:nvPr/>
        </p:nvSpPr>
        <p:spPr>
          <a:xfrm>
            <a:off x="580858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5" name="Google Shape;1405;p67"/>
          <p:cNvSpPr/>
          <p:nvPr/>
        </p:nvSpPr>
        <p:spPr>
          <a:xfrm>
            <a:off x="653983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6" name="Google Shape;1406;p67"/>
          <p:cNvSpPr/>
          <p:nvPr/>
        </p:nvSpPr>
        <p:spPr>
          <a:xfrm>
            <a:off x="7271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7" name="Google Shape;1407;p67"/>
          <p:cNvSpPr/>
          <p:nvPr/>
        </p:nvSpPr>
        <p:spPr>
          <a:xfrm>
            <a:off x="80023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8" name="Google Shape;1408;p67"/>
          <p:cNvSpPr/>
          <p:nvPr/>
        </p:nvSpPr>
        <p:spPr>
          <a:xfrm>
            <a:off x="1340911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9" name="Google Shape;1409;p67"/>
          <p:cNvSpPr/>
          <p:nvPr/>
        </p:nvSpPr>
        <p:spPr>
          <a:xfrm>
            <a:off x="207167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0" name="Google Shape;1410;p67"/>
          <p:cNvSpPr/>
          <p:nvPr/>
        </p:nvSpPr>
        <p:spPr>
          <a:xfrm>
            <a:off x="280242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1" name="Google Shape;1411;p67"/>
          <p:cNvSpPr/>
          <p:nvPr/>
        </p:nvSpPr>
        <p:spPr>
          <a:xfrm>
            <a:off x="35331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67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2" name="Google Shape;1412;p67"/>
          <p:cNvSpPr/>
          <p:nvPr/>
        </p:nvSpPr>
        <p:spPr>
          <a:xfrm>
            <a:off x="426392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3" name="Google Shape;1413;p67"/>
          <p:cNvSpPr/>
          <p:nvPr/>
        </p:nvSpPr>
        <p:spPr>
          <a:xfrm>
            <a:off x="49946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98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4" name="Google Shape;1414;p67"/>
          <p:cNvSpPr/>
          <p:nvPr/>
        </p:nvSpPr>
        <p:spPr>
          <a:xfrm>
            <a:off x="5725300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99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5" name="Google Shape;1415;p67"/>
          <p:cNvSpPr/>
          <p:nvPr/>
        </p:nvSpPr>
        <p:spPr>
          <a:xfrm>
            <a:off x="645617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6" name="Google Shape;1416;p67"/>
          <p:cNvSpPr/>
          <p:nvPr/>
        </p:nvSpPr>
        <p:spPr>
          <a:xfrm>
            <a:off x="718692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7" name="Google Shape;1417;p67"/>
          <p:cNvSpPr/>
          <p:nvPr/>
        </p:nvSpPr>
        <p:spPr>
          <a:xfrm>
            <a:off x="7917689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8" name="Google Shape;1418;p67"/>
          <p:cNvSpPr txBox="1"/>
          <p:nvPr/>
        </p:nvSpPr>
        <p:spPr>
          <a:xfrm>
            <a:off x="575525" y="1356450"/>
            <a:ext cx="6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9" name="Google Shape;1419;p67"/>
          <p:cNvSpPr txBox="1"/>
          <p:nvPr/>
        </p:nvSpPr>
        <p:spPr>
          <a:xfrm>
            <a:off x="311700" y="2083225"/>
            <a:ext cx="100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0" name="Google Shape;1420;p67"/>
          <p:cNvSpPr/>
          <p:nvPr/>
        </p:nvSpPr>
        <p:spPr>
          <a:xfrm>
            <a:off x="2935663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1" name="Google Shape;1421;p67"/>
          <p:cNvSpPr/>
          <p:nvPr/>
        </p:nvSpPr>
        <p:spPr>
          <a:xfrm>
            <a:off x="3666438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2" name="Google Shape;1422;p67"/>
          <p:cNvSpPr txBox="1"/>
          <p:nvPr/>
        </p:nvSpPr>
        <p:spPr>
          <a:xfrm>
            <a:off x="3171338" y="2597600"/>
            <a:ext cx="585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3" name="Google Shape;1423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5950" y="2973325"/>
            <a:ext cx="325800" cy="32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7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Ordenamiento Menor a Mayor</a:t>
            </a:r>
            <a:endParaRPr/>
          </a:p>
        </p:txBody>
      </p:sp>
      <p:sp>
        <p:nvSpPr>
          <p:cNvPr id="1429" name="Google Shape;1429;p68"/>
          <p:cNvSpPr/>
          <p:nvPr/>
        </p:nvSpPr>
        <p:spPr>
          <a:xfrm>
            <a:off x="14255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0" name="Google Shape;1430;p68"/>
          <p:cNvSpPr/>
          <p:nvPr/>
        </p:nvSpPr>
        <p:spPr>
          <a:xfrm>
            <a:off x="215627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1" name="Google Shape;1431;p68"/>
          <p:cNvSpPr/>
          <p:nvPr/>
        </p:nvSpPr>
        <p:spPr>
          <a:xfrm>
            <a:off x="28870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2" name="Google Shape;1432;p68"/>
          <p:cNvSpPr/>
          <p:nvPr/>
        </p:nvSpPr>
        <p:spPr>
          <a:xfrm>
            <a:off x="36168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3" name="Google Shape;1433;p68"/>
          <p:cNvSpPr/>
          <p:nvPr/>
        </p:nvSpPr>
        <p:spPr>
          <a:xfrm>
            <a:off x="4347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4" name="Google Shape;1434;p68"/>
          <p:cNvSpPr/>
          <p:nvPr/>
        </p:nvSpPr>
        <p:spPr>
          <a:xfrm>
            <a:off x="507735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5" name="Google Shape;1435;p68"/>
          <p:cNvSpPr/>
          <p:nvPr/>
        </p:nvSpPr>
        <p:spPr>
          <a:xfrm>
            <a:off x="580858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6" name="Google Shape;1436;p68"/>
          <p:cNvSpPr/>
          <p:nvPr/>
        </p:nvSpPr>
        <p:spPr>
          <a:xfrm>
            <a:off x="653983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7" name="Google Shape;1437;p68"/>
          <p:cNvSpPr/>
          <p:nvPr/>
        </p:nvSpPr>
        <p:spPr>
          <a:xfrm>
            <a:off x="7271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8" name="Google Shape;1438;p68"/>
          <p:cNvSpPr/>
          <p:nvPr/>
        </p:nvSpPr>
        <p:spPr>
          <a:xfrm>
            <a:off x="80023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9" name="Google Shape;1439;p68"/>
          <p:cNvSpPr/>
          <p:nvPr/>
        </p:nvSpPr>
        <p:spPr>
          <a:xfrm>
            <a:off x="1340911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0" name="Google Shape;1440;p68"/>
          <p:cNvSpPr/>
          <p:nvPr/>
        </p:nvSpPr>
        <p:spPr>
          <a:xfrm>
            <a:off x="207167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1" name="Google Shape;1441;p68"/>
          <p:cNvSpPr/>
          <p:nvPr/>
        </p:nvSpPr>
        <p:spPr>
          <a:xfrm>
            <a:off x="280242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2" name="Google Shape;1442;p68"/>
          <p:cNvSpPr/>
          <p:nvPr/>
        </p:nvSpPr>
        <p:spPr>
          <a:xfrm>
            <a:off x="35331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67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3" name="Google Shape;1443;p68"/>
          <p:cNvSpPr/>
          <p:nvPr/>
        </p:nvSpPr>
        <p:spPr>
          <a:xfrm>
            <a:off x="426392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4" name="Google Shape;1444;p68"/>
          <p:cNvSpPr/>
          <p:nvPr/>
        </p:nvSpPr>
        <p:spPr>
          <a:xfrm>
            <a:off x="49946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98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5" name="Google Shape;1445;p68"/>
          <p:cNvSpPr/>
          <p:nvPr/>
        </p:nvSpPr>
        <p:spPr>
          <a:xfrm>
            <a:off x="5725300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99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6" name="Google Shape;1446;p68"/>
          <p:cNvSpPr/>
          <p:nvPr/>
        </p:nvSpPr>
        <p:spPr>
          <a:xfrm>
            <a:off x="645617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7" name="Google Shape;1447;p68"/>
          <p:cNvSpPr/>
          <p:nvPr/>
        </p:nvSpPr>
        <p:spPr>
          <a:xfrm>
            <a:off x="718692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8" name="Google Shape;1448;p68"/>
          <p:cNvSpPr/>
          <p:nvPr/>
        </p:nvSpPr>
        <p:spPr>
          <a:xfrm>
            <a:off x="7917689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9" name="Google Shape;1449;p68"/>
          <p:cNvSpPr txBox="1"/>
          <p:nvPr/>
        </p:nvSpPr>
        <p:spPr>
          <a:xfrm>
            <a:off x="575525" y="1356450"/>
            <a:ext cx="6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0" name="Google Shape;1450;p68"/>
          <p:cNvSpPr txBox="1"/>
          <p:nvPr/>
        </p:nvSpPr>
        <p:spPr>
          <a:xfrm>
            <a:off x="311700" y="2083225"/>
            <a:ext cx="100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1" name="Google Shape;1451;p68"/>
          <p:cNvSpPr/>
          <p:nvPr/>
        </p:nvSpPr>
        <p:spPr>
          <a:xfrm>
            <a:off x="3697638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2" name="Google Shape;1452;p68"/>
          <p:cNvSpPr/>
          <p:nvPr/>
        </p:nvSpPr>
        <p:spPr>
          <a:xfrm>
            <a:off x="4428413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3" name="Google Shape;1453;p68"/>
          <p:cNvSpPr txBox="1"/>
          <p:nvPr/>
        </p:nvSpPr>
        <p:spPr>
          <a:xfrm>
            <a:off x="3933313" y="2597600"/>
            <a:ext cx="585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7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Ordenamiento Menor a Mayor</a:t>
            </a:r>
            <a:endParaRPr/>
          </a:p>
        </p:txBody>
      </p:sp>
      <p:sp>
        <p:nvSpPr>
          <p:cNvPr id="1459" name="Google Shape;1459;p69"/>
          <p:cNvSpPr/>
          <p:nvPr/>
        </p:nvSpPr>
        <p:spPr>
          <a:xfrm>
            <a:off x="14255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0" name="Google Shape;1460;p69"/>
          <p:cNvSpPr/>
          <p:nvPr/>
        </p:nvSpPr>
        <p:spPr>
          <a:xfrm>
            <a:off x="215627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1" name="Google Shape;1461;p69"/>
          <p:cNvSpPr/>
          <p:nvPr/>
        </p:nvSpPr>
        <p:spPr>
          <a:xfrm>
            <a:off x="28870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2" name="Google Shape;1462;p69"/>
          <p:cNvSpPr/>
          <p:nvPr/>
        </p:nvSpPr>
        <p:spPr>
          <a:xfrm>
            <a:off x="36168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3" name="Google Shape;1463;p69"/>
          <p:cNvSpPr/>
          <p:nvPr/>
        </p:nvSpPr>
        <p:spPr>
          <a:xfrm>
            <a:off x="4347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4" name="Google Shape;1464;p69"/>
          <p:cNvSpPr/>
          <p:nvPr/>
        </p:nvSpPr>
        <p:spPr>
          <a:xfrm>
            <a:off x="507735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5" name="Google Shape;1465;p69"/>
          <p:cNvSpPr/>
          <p:nvPr/>
        </p:nvSpPr>
        <p:spPr>
          <a:xfrm>
            <a:off x="580858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6" name="Google Shape;1466;p69"/>
          <p:cNvSpPr/>
          <p:nvPr/>
        </p:nvSpPr>
        <p:spPr>
          <a:xfrm>
            <a:off x="653983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7" name="Google Shape;1467;p69"/>
          <p:cNvSpPr/>
          <p:nvPr/>
        </p:nvSpPr>
        <p:spPr>
          <a:xfrm>
            <a:off x="7271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8" name="Google Shape;1468;p69"/>
          <p:cNvSpPr/>
          <p:nvPr/>
        </p:nvSpPr>
        <p:spPr>
          <a:xfrm>
            <a:off x="80023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9" name="Google Shape;1469;p69"/>
          <p:cNvSpPr/>
          <p:nvPr/>
        </p:nvSpPr>
        <p:spPr>
          <a:xfrm>
            <a:off x="1340911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0" name="Google Shape;1470;p69"/>
          <p:cNvSpPr/>
          <p:nvPr/>
        </p:nvSpPr>
        <p:spPr>
          <a:xfrm>
            <a:off x="207167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1" name="Google Shape;1471;p69"/>
          <p:cNvSpPr/>
          <p:nvPr/>
        </p:nvSpPr>
        <p:spPr>
          <a:xfrm>
            <a:off x="280242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2" name="Google Shape;1472;p69"/>
          <p:cNvSpPr/>
          <p:nvPr/>
        </p:nvSpPr>
        <p:spPr>
          <a:xfrm>
            <a:off x="35331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67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3" name="Google Shape;1473;p69"/>
          <p:cNvSpPr/>
          <p:nvPr/>
        </p:nvSpPr>
        <p:spPr>
          <a:xfrm>
            <a:off x="426392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4" name="Google Shape;1474;p69"/>
          <p:cNvSpPr/>
          <p:nvPr/>
        </p:nvSpPr>
        <p:spPr>
          <a:xfrm>
            <a:off x="49946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98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5" name="Google Shape;1475;p69"/>
          <p:cNvSpPr/>
          <p:nvPr/>
        </p:nvSpPr>
        <p:spPr>
          <a:xfrm>
            <a:off x="5725300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99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6" name="Google Shape;1476;p69"/>
          <p:cNvSpPr/>
          <p:nvPr/>
        </p:nvSpPr>
        <p:spPr>
          <a:xfrm>
            <a:off x="645617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7" name="Google Shape;1477;p69"/>
          <p:cNvSpPr/>
          <p:nvPr/>
        </p:nvSpPr>
        <p:spPr>
          <a:xfrm>
            <a:off x="718692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8" name="Google Shape;1478;p69"/>
          <p:cNvSpPr/>
          <p:nvPr/>
        </p:nvSpPr>
        <p:spPr>
          <a:xfrm>
            <a:off x="7917689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9" name="Google Shape;1479;p69"/>
          <p:cNvSpPr txBox="1"/>
          <p:nvPr/>
        </p:nvSpPr>
        <p:spPr>
          <a:xfrm>
            <a:off x="575525" y="1356450"/>
            <a:ext cx="6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0" name="Google Shape;1480;p69"/>
          <p:cNvSpPr txBox="1"/>
          <p:nvPr/>
        </p:nvSpPr>
        <p:spPr>
          <a:xfrm>
            <a:off x="311700" y="2083225"/>
            <a:ext cx="100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1" name="Google Shape;1481;p69"/>
          <p:cNvSpPr/>
          <p:nvPr/>
        </p:nvSpPr>
        <p:spPr>
          <a:xfrm>
            <a:off x="3697638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2" name="Google Shape;1482;p69"/>
          <p:cNvSpPr/>
          <p:nvPr/>
        </p:nvSpPr>
        <p:spPr>
          <a:xfrm>
            <a:off x="4428413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3" name="Google Shape;1483;p69"/>
          <p:cNvSpPr txBox="1"/>
          <p:nvPr/>
        </p:nvSpPr>
        <p:spPr>
          <a:xfrm>
            <a:off x="3933313" y="2597600"/>
            <a:ext cx="585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4" name="Google Shape;1484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7925" y="2973325"/>
            <a:ext cx="325800" cy="32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8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p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Ordenamiento Menor a Mayor</a:t>
            </a:r>
            <a:endParaRPr/>
          </a:p>
        </p:txBody>
      </p:sp>
      <p:sp>
        <p:nvSpPr>
          <p:cNvPr id="1490" name="Google Shape;1490;p70"/>
          <p:cNvSpPr/>
          <p:nvPr/>
        </p:nvSpPr>
        <p:spPr>
          <a:xfrm>
            <a:off x="14255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1" name="Google Shape;1491;p70"/>
          <p:cNvSpPr/>
          <p:nvPr/>
        </p:nvSpPr>
        <p:spPr>
          <a:xfrm>
            <a:off x="215627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2" name="Google Shape;1492;p70"/>
          <p:cNvSpPr/>
          <p:nvPr/>
        </p:nvSpPr>
        <p:spPr>
          <a:xfrm>
            <a:off x="28870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3" name="Google Shape;1493;p70"/>
          <p:cNvSpPr/>
          <p:nvPr/>
        </p:nvSpPr>
        <p:spPr>
          <a:xfrm>
            <a:off x="36168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4" name="Google Shape;1494;p70"/>
          <p:cNvSpPr/>
          <p:nvPr/>
        </p:nvSpPr>
        <p:spPr>
          <a:xfrm>
            <a:off x="4347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5" name="Google Shape;1495;p70"/>
          <p:cNvSpPr/>
          <p:nvPr/>
        </p:nvSpPr>
        <p:spPr>
          <a:xfrm>
            <a:off x="507735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6" name="Google Shape;1496;p70"/>
          <p:cNvSpPr/>
          <p:nvPr/>
        </p:nvSpPr>
        <p:spPr>
          <a:xfrm>
            <a:off x="580858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7" name="Google Shape;1497;p70"/>
          <p:cNvSpPr/>
          <p:nvPr/>
        </p:nvSpPr>
        <p:spPr>
          <a:xfrm>
            <a:off x="653983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8" name="Google Shape;1498;p70"/>
          <p:cNvSpPr/>
          <p:nvPr/>
        </p:nvSpPr>
        <p:spPr>
          <a:xfrm>
            <a:off x="7271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9" name="Google Shape;1499;p70"/>
          <p:cNvSpPr/>
          <p:nvPr/>
        </p:nvSpPr>
        <p:spPr>
          <a:xfrm>
            <a:off x="80023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0" name="Google Shape;1500;p70"/>
          <p:cNvSpPr/>
          <p:nvPr/>
        </p:nvSpPr>
        <p:spPr>
          <a:xfrm>
            <a:off x="1340911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1" name="Google Shape;1501;p70"/>
          <p:cNvSpPr/>
          <p:nvPr/>
        </p:nvSpPr>
        <p:spPr>
          <a:xfrm>
            <a:off x="207167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2" name="Google Shape;1502;p70"/>
          <p:cNvSpPr/>
          <p:nvPr/>
        </p:nvSpPr>
        <p:spPr>
          <a:xfrm>
            <a:off x="280242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3" name="Google Shape;1503;p70"/>
          <p:cNvSpPr/>
          <p:nvPr/>
        </p:nvSpPr>
        <p:spPr>
          <a:xfrm>
            <a:off x="35331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4" name="Google Shape;1504;p70"/>
          <p:cNvSpPr/>
          <p:nvPr/>
        </p:nvSpPr>
        <p:spPr>
          <a:xfrm>
            <a:off x="426392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67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5" name="Google Shape;1505;p70"/>
          <p:cNvSpPr/>
          <p:nvPr/>
        </p:nvSpPr>
        <p:spPr>
          <a:xfrm>
            <a:off x="49946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98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6" name="Google Shape;1506;p70"/>
          <p:cNvSpPr/>
          <p:nvPr/>
        </p:nvSpPr>
        <p:spPr>
          <a:xfrm>
            <a:off x="5725300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99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7" name="Google Shape;1507;p70"/>
          <p:cNvSpPr/>
          <p:nvPr/>
        </p:nvSpPr>
        <p:spPr>
          <a:xfrm>
            <a:off x="645617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8" name="Google Shape;1508;p70"/>
          <p:cNvSpPr/>
          <p:nvPr/>
        </p:nvSpPr>
        <p:spPr>
          <a:xfrm>
            <a:off x="718692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9" name="Google Shape;1509;p70"/>
          <p:cNvSpPr/>
          <p:nvPr/>
        </p:nvSpPr>
        <p:spPr>
          <a:xfrm>
            <a:off x="7917689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0" name="Google Shape;1510;p70"/>
          <p:cNvSpPr txBox="1"/>
          <p:nvPr/>
        </p:nvSpPr>
        <p:spPr>
          <a:xfrm>
            <a:off x="575525" y="1356450"/>
            <a:ext cx="6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1" name="Google Shape;1511;p70"/>
          <p:cNvSpPr txBox="1"/>
          <p:nvPr/>
        </p:nvSpPr>
        <p:spPr>
          <a:xfrm>
            <a:off x="311700" y="2083225"/>
            <a:ext cx="100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2" name="Google Shape;1512;p70"/>
          <p:cNvSpPr/>
          <p:nvPr/>
        </p:nvSpPr>
        <p:spPr>
          <a:xfrm>
            <a:off x="3697638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3" name="Google Shape;1513;p70"/>
          <p:cNvSpPr/>
          <p:nvPr/>
        </p:nvSpPr>
        <p:spPr>
          <a:xfrm>
            <a:off x="4428413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4" name="Google Shape;1514;p70"/>
          <p:cNvSpPr txBox="1"/>
          <p:nvPr/>
        </p:nvSpPr>
        <p:spPr>
          <a:xfrm>
            <a:off x="3933313" y="2597600"/>
            <a:ext cx="585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5" name="Google Shape;1515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7925" y="2973325"/>
            <a:ext cx="325800" cy="32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9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Google Shape;1520;p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Ordenamiento Menor a Mayor</a:t>
            </a:r>
            <a:endParaRPr/>
          </a:p>
        </p:txBody>
      </p:sp>
      <p:sp>
        <p:nvSpPr>
          <p:cNvPr id="1521" name="Google Shape;1521;p71"/>
          <p:cNvSpPr/>
          <p:nvPr/>
        </p:nvSpPr>
        <p:spPr>
          <a:xfrm>
            <a:off x="14255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2" name="Google Shape;1522;p71"/>
          <p:cNvSpPr/>
          <p:nvPr/>
        </p:nvSpPr>
        <p:spPr>
          <a:xfrm>
            <a:off x="215627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3" name="Google Shape;1523;p71"/>
          <p:cNvSpPr/>
          <p:nvPr/>
        </p:nvSpPr>
        <p:spPr>
          <a:xfrm>
            <a:off x="28870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4" name="Google Shape;1524;p71"/>
          <p:cNvSpPr/>
          <p:nvPr/>
        </p:nvSpPr>
        <p:spPr>
          <a:xfrm>
            <a:off x="36168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5" name="Google Shape;1525;p71"/>
          <p:cNvSpPr/>
          <p:nvPr/>
        </p:nvSpPr>
        <p:spPr>
          <a:xfrm>
            <a:off x="4347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6" name="Google Shape;1526;p71"/>
          <p:cNvSpPr/>
          <p:nvPr/>
        </p:nvSpPr>
        <p:spPr>
          <a:xfrm>
            <a:off x="507735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7" name="Google Shape;1527;p71"/>
          <p:cNvSpPr/>
          <p:nvPr/>
        </p:nvSpPr>
        <p:spPr>
          <a:xfrm>
            <a:off x="580858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8" name="Google Shape;1528;p71"/>
          <p:cNvSpPr/>
          <p:nvPr/>
        </p:nvSpPr>
        <p:spPr>
          <a:xfrm>
            <a:off x="653983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9" name="Google Shape;1529;p71"/>
          <p:cNvSpPr/>
          <p:nvPr/>
        </p:nvSpPr>
        <p:spPr>
          <a:xfrm>
            <a:off x="7271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0" name="Google Shape;1530;p71"/>
          <p:cNvSpPr/>
          <p:nvPr/>
        </p:nvSpPr>
        <p:spPr>
          <a:xfrm>
            <a:off x="80023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1" name="Google Shape;1531;p71"/>
          <p:cNvSpPr/>
          <p:nvPr/>
        </p:nvSpPr>
        <p:spPr>
          <a:xfrm>
            <a:off x="1340911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2" name="Google Shape;1532;p71"/>
          <p:cNvSpPr/>
          <p:nvPr/>
        </p:nvSpPr>
        <p:spPr>
          <a:xfrm>
            <a:off x="207167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3" name="Google Shape;1533;p71"/>
          <p:cNvSpPr/>
          <p:nvPr/>
        </p:nvSpPr>
        <p:spPr>
          <a:xfrm>
            <a:off x="280242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4" name="Google Shape;1534;p71"/>
          <p:cNvSpPr/>
          <p:nvPr/>
        </p:nvSpPr>
        <p:spPr>
          <a:xfrm>
            <a:off x="35331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5" name="Google Shape;1535;p71"/>
          <p:cNvSpPr/>
          <p:nvPr/>
        </p:nvSpPr>
        <p:spPr>
          <a:xfrm>
            <a:off x="426392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67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6" name="Google Shape;1536;p71"/>
          <p:cNvSpPr/>
          <p:nvPr/>
        </p:nvSpPr>
        <p:spPr>
          <a:xfrm>
            <a:off x="49946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98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7" name="Google Shape;1537;p71"/>
          <p:cNvSpPr/>
          <p:nvPr/>
        </p:nvSpPr>
        <p:spPr>
          <a:xfrm>
            <a:off x="5725300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99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8" name="Google Shape;1538;p71"/>
          <p:cNvSpPr/>
          <p:nvPr/>
        </p:nvSpPr>
        <p:spPr>
          <a:xfrm>
            <a:off x="645617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9" name="Google Shape;1539;p71"/>
          <p:cNvSpPr/>
          <p:nvPr/>
        </p:nvSpPr>
        <p:spPr>
          <a:xfrm>
            <a:off x="718692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0" name="Google Shape;1540;p71"/>
          <p:cNvSpPr/>
          <p:nvPr/>
        </p:nvSpPr>
        <p:spPr>
          <a:xfrm>
            <a:off x="7917689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1" name="Google Shape;1541;p71"/>
          <p:cNvSpPr txBox="1"/>
          <p:nvPr/>
        </p:nvSpPr>
        <p:spPr>
          <a:xfrm>
            <a:off x="575525" y="1356450"/>
            <a:ext cx="6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2" name="Google Shape;1542;p71"/>
          <p:cNvSpPr txBox="1"/>
          <p:nvPr/>
        </p:nvSpPr>
        <p:spPr>
          <a:xfrm>
            <a:off x="311700" y="2083225"/>
            <a:ext cx="100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3" name="Google Shape;1543;p71"/>
          <p:cNvSpPr/>
          <p:nvPr/>
        </p:nvSpPr>
        <p:spPr>
          <a:xfrm>
            <a:off x="4419538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4" name="Google Shape;1544;p71"/>
          <p:cNvSpPr/>
          <p:nvPr/>
        </p:nvSpPr>
        <p:spPr>
          <a:xfrm>
            <a:off x="5150313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5" name="Google Shape;1545;p71"/>
          <p:cNvSpPr txBox="1"/>
          <p:nvPr/>
        </p:nvSpPr>
        <p:spPr>
          <a:xfrm>
            <a:off x="4655213" y="2597600"/>
            <a:ext cx="585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9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p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Ordenamiento Menor a Mayor</a:t>
            </a:r>
            <a:endParaRPr/>
          </a:p>
        </p:txBody>
      </p:sp>
      <p:sp>
        <p:nvSpPr>
          <p:cNvPr id="1551" name="Google Shape;1551;p72"/>
          <p:cNvSpPr/>
          <p:nvPr/>
        </p:nvSpPr>
        <p:spPr>
          <a:xfrm>
            <a:off x="14255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2" name="Google Shape;1552;p72"/>
          <p:cNvSpPr/>
          <p:nvPr/>
        </p:nvSpPr>
        <p:spPr>
          <a:xfrm>
            <a:off x="215627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3" name="Google Shape;1553;p72"/>
          <p:cNvSpPr/>
          <p:nvPr/>
        </p:nvSpPr>
        <p:spPr>
          <a:xfrm>
            <a:off x="28870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4" name="Google Shape;1554;p72"/>
          <p:cNvSpPr/>
          <p:nvPr/>
        </p:nvSpPr>
        <p:spPr>
          <a:xfrm>
            <a:off x="36168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5" name="Google Shape;1555;p72"/>
          <p:cNvSpPr/>
          <p:nvPr/>
        </p:nvSpPr>
        <p:spPr>
          <a:xfrm>
            <a:off x="4347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6" name="Google Shape;1556;p72"/>
          <p:cNvSpPr/>
          <p:nvPr/>
        </p:nvSpPr>
        <p:spPr>
          <a:xfrm>
            <a:off x="507735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7" name="Google Shape;1557;p72"/>
          <p:cNvSpPr/>
          <p:nvPr/>
        </p:nvSpPr>
        <p:spPr>
          <a:xfrm>
            <a:off x="580858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8" name="Google Shape;1558;p72"/>
          <p:cNvSpPr/>
          <p:nvPr/>
        </p:nvSpPr>
        <p:spPr>
          <a:xfrm>
            <a:off x="653983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9" name="Google Shape;1559;p72"/>
          <p:cNvSpPr/>
          <p:nvPr/>
        </p:nvSpPr>
        <p:spPr>
          <a:xfrm>
            <a:off x="7271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0" name="Google Shape;1560;p72"/>
          <p:cNvSpPr/>
          <p:nvPr/>
        </p:nvSpPr>
        <p:spPr>
          <a:xfrm>
            <a:off x="80023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1" name="Google Shape;1561;p72"/>
          <p:cNvSpPr/>
          <p:nvPr/>
        </p:nvSpPr>
        <p:spPr>
          <a:xfrm>
            <a:off x="1340911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2" name="Google Shape;1562;p72"/>
          <p:cNvSpPr/>
          <p:nvPr/>
        </p:nvSpPr>
        <p:spPr>
          <a:xfrm>
            <a:off x="207167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3" name="Google Shape;1563;p72"/>
          <p:cNvSpPr/>
          <p:nvPr/>
        </p:nvSpPr>
        <p:spPr>
          <a:xfrm>
            <a:off x="280242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4" name="Google Shape;1564;p72"/>
          <p:cNvSpPr/>
          <p:nvPr/>
        </p:nvSpPr>
        <p:spPr>
          <a:xfrm>
            <a:off x="35331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5" name="Google Shape;1565;p72"/>
          <p:cNvSpPr/>
          <p:nvPr/>
        </p:nvSpPr>
        <p:spPr>
          <a:xfrm>
            <a:off x="426392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67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6" name="Google Shape;1566;p72"/>
          <p:cNvSpPr/>
          <p:nvPr/>
        </p:nvSpPr>
        <p:spPr>
          <a:xfrm>
            <a:off x="49946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98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7" name="Google Shape;1567;p72"/>
          <p:cNvSpPr/>
          <p:nvPr/>
        </p:nvSpPr>
        <p:spPr>
          <a:xfrm>
            <a:off x="5725300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99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8" name="Google Shape;1568;p72"/>
          <p:cNvSpPr/>
          <p:nvPr/>
        </p:nvSpPr>
        <p:spPr>
          <a:xfrm>
            <a:off x="645617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9" name="Google Shape;1569;p72"/>
          <p:cNvSpPr/>
          <p:nvPr/>
        </p:nvSpPr>
        <p:spPr>
          <a:xfrm>
            <a:off x="718692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0" name="Google Shape;1570;p72"/>
          <p:cNvSpPr/>
          <p:nvPr/>
        </p:nvSpPr>
        <p:spPr>
          <a:xfrm>
            <a:off x="7917689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1" name="Google Shape;1571;p72"/>
          <p:cNvSpPr txBox="1"/>
          <p:nvPr/>
        </p:nvSpPr>
        <p:spPr>
          <a:xfrm>
            <a:off x="575525" y="1356450"/>
            <a:ext cx="6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2" name="Google Shape;1572;p72"/>
          <p:cNvSpPr txBox="1"/>
          <p:nvPr/>
        </p:nvSpPr>
        <p:spPr>
          <a:xfrm>
            <a:off x="311700" y="2083225"/>
            <a:ext cx="100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3" name="Google Shape;1573;p72"/>
          <p:cNvSpPr/>
          <p:nvPr/>
        </p:nvSpPr>
        <p:spPr>
          <a:xfrm>
            <a:off x="4419538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4" name="Google Shape;1574;p72"/>
          <p:cNvSpPr/>
          <p:nvPr/>
        </p:nvSpPr>
        <p:spPr>
          <a:xfrm>
            <a:off x="5150313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5" name="Google Shape;1575;p72"/>
          <p:cNvSpPr txBox="1"/>
          <p:nvPr/>
        </p:nvSpPr>
        <p:spPr>
          <a:xfrm>
            <a:off x="4655213" y="2597600"/>
            <a:ext cx="585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6" name="Google Shape;1576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6300" y="3074725"/>
            <a:ext cx="283450" cy="28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0" name="Shape 1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1" name="Google Shape;1581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Ordenamiento Menor a Mayor</a:t>
            </a:r>
            <a:endParaRPr/>
          </a:p>
        </p:txBody>
      </p:sp>
      <p:sp>
        <p:nvSpPr>
          <p:cNvPr id="1582" name="Google Shape;1582;p73"/>
          <p:cNvSpPr/>
          <p:nvPr/>
        </p:nvSpPr>
        <p:spPr>
          <a:xfrm>
            <a:off x="14255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3" name="Google Shape;1583;p73"/>
          <p:cNvSpPr/>
          <p:nvPr/>
        </p:nvSpPr>
        <p:spPr>
          <a:xfrm>
            <a:off x="215627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4" name="Google Shape;1584;p73"/>
          <p:cNvSpPr/>
          <p:nvPr/>
        </p:nvSpPr>
        <p:spPr>
          <a:xfrm>
            <a:off x="28870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5" name="Google Shape;1585;p73"/>
          <p:cNvSpPr/>
          <p:nvPr/>
        </p:nvSpPr>
        <p:spPr>
          <a:xfrm>
            <a:off x="36168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6" name="Google Shape;1586;p73"/>
          <p:cNvSpPr/>
          <p:nvPr/>
        </p:nvSpPr>
        <p:spPr>
          <a:xfrm>
            <a:off x="4347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7" name="Google Shape;1587;p73"/>
          <p:cNvSpPr/>
          <p:nvPr/>
        </p:nvSpPr>
        <p:spPr>
          <a:xfrm>
            <a:off x="507735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8" name="Google Shape;1588;p73"/>
          <p:cNvSpPr/>
          <p:nvPr/>
        </p:nvSpPr>
        <p:spPr>
          <a:xfrm>
            <a:off x="580858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9" name="Google Shape;1589;p73"/>
          <p:cNvSpPr/>
          <p:nvPr/>
        </p:nvSpPr>
        <p:spPr>
          <a:xfrm>
            <a:off x="653983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0" name="Google Shape;1590;p73"/>
          <p:cNvSpPr/>
          <p:nvPr/>
        </p:nvSpPr>
        <p:spPr>
          <a:xfrm>
            <a:off x="7271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1" name="Google Shape;1591;p73"/>
          <p:cNvSpPr/>
          <p:nvPr/>
        </p:nvSpPr>
        <p:spPr>
          <a:xfrm>
            <a:off x="80023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2" name="Google Shape;1592;p73"/>
          <p:cNvSpPr/>
          <p:nvPr/>
        </p:nvSpPr>
        <p:spPr>
          <a:xfrm>
            <a:off x="1340911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3" name="Google Shape;1593;p73"/>
          <p:cNvSpPr/>
          <p:nvPr/>
        </p:nvSpPr>
        <p:spPr>
          <a:xfrm>
            <a:off x="207167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4" name="Google Shape;1594;p73"/>
          <p:cNvSpPr/>
          <p:nvPr/>
        </p:nvSpPr>
        <p:spPr>
          <a:xfrm>
            <a:off x="280242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5" name="Google Shape;1595;p73"/>
          <p:cNvSpPr/>
          <p:nvPr/>
        </p:nvSpPr>
        <p:spPr>
          <a:xfrm>
            <a:off x="35331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6" name="Google Shape;1596;p73"/>
          <p:cNvSpPr/>
          <p:nvPr/>
        </p:nvSpPr>
        <p:spPr>
          <a:xfrm>
            <a:off x="426392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67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7" name="Google Shape;1597;p73"/>
          <p:cNvSpPr/>
          <p:nvPr/>
        </p:nvSpPr>
        <p:spPr>
          <a:xfrm>
            <a:off x="49946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98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8" name="Google Shape;1598;p73"/>
          <p:cNvSpPr/>
          <p:nvPr/>
        </p:nvSpPr>
        <p:spPr>
          <a:xfrm>
            <a:off x="5725300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99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9" name="Google Shape;1599;p73"/>
          <p:cNvSpPr/>
          <p:nvPr/>
        </p:nvSpPr>
        <p:spPr>
          <a:xfrm>
            <a:off x="645617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0" name="Google Shape;1600;p73"/>
          <p:cNvSpPr/>
          <p:nvPr/>
        </p:nvSpPr>
        <p:spPr>
          <a:xfrm>
            <a:off x="718692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1" name="Google Shape;1601;p73"/>
          <p:cNvSpPr/>
          <p:nvPr/>
        </p:nvSpPr>
        <p:spPr>
          <a:xfrm>
            <a:off x="7917689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2" name="Google Shape;1602;p73"/>
          <p:cNvSpPr txBox="1"/>
          <p:nvPr/>
        </p:nvSpPr>
        <p:spPr>
          <a:xfrm>
            <a:off x="575525" y="1356450"/>
            <a:ext cx="6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3" name="Google Shape;1603;p73"/>
          <p:cNvSpPr txBox="1"/>
          <p:nvPr/>
        </p:nvSpPr>
        <p:spPr>
          <a:xfrm>
            <a:off x="311700" y="2083225"/>
            <a:ext cx="100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4" name="Google Shape;1604;p73"/>
          <p:cNvSpPr/>
          <p:nvPr/>
        </p:nvSpPr>
        <p:spPr>
          <a:xfrm>
            <a:off x="5141438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5" name="Google Shape;1605;p73"/>
          <p:cNvSpPr/>
          <p:nvPr/>
        </p:nvSpPr>
        <p:spPr>
          <a:xfrm>
            <a:off x="5872213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6" name="Google Shape;1606;p73"/>
          <p:cNvSpPr txBox="1"/>
          <p:nvPr/>
        </p:nvSpPr>
        <p:spPr>
          <a:xfrm>
            <a:off x="5377113" y="2597600"/>
            <a:ext cx="585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0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p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Ordenamiento Menor a Mayor</a:t>
            </a:r>
            <a:endParaRPr/>
          </a:p>
        </p:txBody>
      </p:sp>
      <p:sp>
        <p:nvSpPr>
          <p:cNvPr id="1612" name="Google Shape;1612;p74"/>
          <p:cNvSpPr/>
          <p:nvPr/>
        </p:nvSpPr>
        <p:spPr>
          <a:xfrm>
            <a:off x="14255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3" name="Google Shape;1613;p74"/>
          <p:cNvSpPr/>
          <p:nvPr/>
        </p:nvSpPr>
        <p:spPr>
          <a:xfrm>
            <a:off x="215627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4" name="Google Shape;1614;p74"/>
          <p:cNvSpPr/>
          <p:nvPr/>
        </p:nvSpPr>
        <p:spPr>
          <a:xfrm>
            <a:off x="28870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5" name="Google Shape;1615;p74"/>
          <p:cNvSpPr/>
          <p:nvPr/>
        </p:nvSpPr>
        <p:spPr>
          <a:xfrm>
            <a:off x="36168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6" name="Google Shape;1616;p74"/>
          <p:cNvSpPr/>
          <p:nvPr/>
        </p:nvSpPr>
        <p:spPr>
          <a:xfrm>
            <a:off x="4347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7" name="Google Shape;1617;p74"/>
          <p:cNvSpPr/>
          <p:nvPr/>
        </p:nvSpPr>
        <p:spPr>
          <a:xfrm>
            <a:off x="507735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8" name="Google Shape;1618;p74"/>
          <p:cNvSpPr/>
          <p:nvPr/>
        </p:nvSpPr>
        <p:spPr>
          <a:xfrm>
            <a:off x="580858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9" name="Google Shape;1619;p74"/>
          <p:cNvSpPr/>
          <p:nvPr/>
        </p:nvSpPr>
        <p:spPr>
          <a:xfrm>
            <a:off x="653983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0" name="Google Shape;1620;p74"/>
          <p:cNvSpPr/>
          <p:nvPr/>
        </p:nvSpPr>
        <p:spPr>
          <a:xfrm>
            <a:off x="7271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1" name="Google Shape;1621;p74"/>
          <p:cNvSpPr/>
          <p:nvPr/>
        </p:nvSpPr>
        <p:spPr>
          <a:xfrm>
            <a:off x="80023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2" name="Google Shape;1622;p74"/>
          <p:cNvSpPr/>
          <p:nvPr/>
        </p:nvSpPr>
        <p:spPr>
          <a:xfrm>
            <a:off x="1340911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3" name="Google Shape;1623;p74"/>
          <p:cNvSpPr/>
          <p:nvPr/>
        </p:nvSpPr>
        <p:spPr>
          <a:xfrm>
            <a:off x="207167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4" name="Google Shape;1624;p74"/>
          <p:cNvSpPr/>
          <p:nvPr/>
        </p:nvSpPr>
        <p:spPr>
          <a:xfrm>
            <a:off x="280242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5" name="Google Shape;1625;p74"/>
          <p:cNvSpPr/>
          <p:nvPr/>
        </p:nvSpPr>
        <p:spPr>
          <a:xfrm>
            <a:off x="35331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6" name="Google Shape;1626;p74"/>
          <p:cNvSpPr/>
          <p:nvPr/>
        </p:nvSpPr>
        <p:spPr>
          <a:xfrm>
            <a:off x="426392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67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7" name="Google Shape;1627;p74"/>
          <p:cNvSpPr/>
          <p:nvPr/>
        </p:nvSpPr>
        <p:spPr>
          <a:xfrm>
            <a:off x="49946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98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8" name="Google Shape;1628;p74"/>
          <p:cNvSpPr/>
          <p:nvPr/>
        </p:nvSpPr>
        <p:spPr>
          <a:xfrm>
            <a:off x="5725300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99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9" name="Google Shape;1629;p74"/>
          <p:cNvSpPr/>
          <p:nvPr/>
        </p:nvSpPr>
        <p:spPr>
          <a:xfrm>
            <a:off x="645617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0" name="Google Shape;1630;p74"/>
          <p:cNvSpPr/>
          <p:nvPr/>
        </p:nvSpPr>
        <p:spPr>
          <a:xfrm>
            <a:off x="718692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1" name="Google Shape;1631;p74"/>
          <p:cNvSpPr/>
          <p:nvPr/>
        </p:nvSpPr>
        <p:spPr>
          <a:xfrm>
            <a:off x="7917689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2" name="Google Shape;1632;p74"/>
          <p:cNvSpPr txBox="1"/>
          <p:nvPr/>
        </p:nvSpPr>
        <p:spPr>
          <a:xfrm>
            <a:off x="575525" y="1356450"/>
            <a:ext cx="6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3" name="Google Shape;1633;p74"/>
          <p:cNvSpPr txBox="1"/>
          <p:nvPr/>
        </p:nvSpPr>
        <p:spPr>
          <a:xfrm>
            <a:off x="311700" y="2083225"/>
            <a:ext cx="100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4" name="Google Shape;1634;p74"/>
          <p:cNvSpPr/>
          <p:nvPr/>
        </p:nvSpPr>
        <p:spPr>
          <a:xfrm>
            <a:off x="5141438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5" name="Google Shape;1635;p74"/>
          <p:cNvSpPr/>
          <p:nvPr/>
        </p:nvSpPr>
        <p:spPr>
          <a:xfrm>
            <a:off x="5872213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6" name="Google Shape;1636;p74"/>
          <p:cNvSpPr txBox="1"/>
          <p:nvPr/>
        </p:nvSpPr>
        <p:spPr>
          <a:xfrm>
            <a:off x="5377113" y="2597600"/>
            <a:ext cx="585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37" name="Google Shape;1637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58200" y="3074725"/>
            <a:ext cx="283450" cy="28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1" name="Shape 1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" name="Google Shape;1642;p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Ordenamiento Menor a Mayor</a:t>
            </a:r>
            <a:endParaRPr/>
          </a:p>
        </p:txBody>
      </p:sp>
      <p:sp>
        <p:nvSpPr>
          <p:cNvPr id="1643" name="Google Shape;1643;p75"/>
          <p:cNvSpPr/>
          <p:nvPr/>
        </p:nvSpPr>
        <p:spPr>
          <a:xfrm>
            <a:off x="14255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4" name="Google Shape;1644;p75"/>
          <p:cNvSpPr/>
          <p:nvPr/>
        </p:nvSpPr>
        <p:spPr>
          <a:xfrm>
            <a:off x="215627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5" name="Google Shape;1645;p75"/>
          <p:cNvSpPr/>
          <p:nvPr/>
        </p:nvSpPr>
        <p:spPr>
          <a:xfrm>
            <a:off x="28870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6" name="Google Shape;1646;p75"/>
          <p:cNvSpPr/>
          <p:nvPr/>
        </p:nvSpPr>
        <p:spPr>
          <a:xfrm>
            <a:off x="36168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7" name="Google Shape;1647;p75"/>
          <p:cNvSpPr/>
          <p:nvPr/>
        </p:nvSpPr>
        <p:spPr>
          <a:xfrm>
            <a:off x="4347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8" name="Google Shape;1648;p75"/>
          <p:cNvSpPr/>
          <p:nvPr/>
        </p:nvSpPr>
        <p:spPr>
          <a:xfrm>
            <a:off x="507735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9" name="Google Shape;1649;p75"/>
          <p:cNvSpPr/>
          <p:nvPr/>
        </p:nvSpPr>
        <p:spPr>
          <a:xfrm>
            <a:off x="580858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0" name="Google Shape;1650;p75"/>
          <p:cNvSpPr/>
          <p:nvPr/>
        </p:nvSpPr>
        <p:spPr>
          <a:xfrm>
            <a:off x="653983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1" name="Google Shape;1651;p75"/>
          <p:cNvSpPr/>
          <p:nvPr/>
        </p:nvSpPr>
        <p:spPr>
          <a:xfrm>
            <a:off x="7271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2" name="Google Shape;1652;p75"/>
          <p:cNvSpPr/>
          <p:nvPr/>
        </p:nvSpPr>
        <p:spPr>
          <a:xfrm>
            <a:off x="80023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3" name="Google Shape;1653;p75"/>
          <p:cNvSpPr/>
          <p:nvPr/>
        </p:nvSpPr>
        <p:spPr>
          <a:xfrm>
            <a:off x="1340911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4" name="Google Shape;1654;p75"/>
          <p:cNvSpPr/>
          <p:nvPr/>
        </p:nvSpPr>
        <p:spPr>
          <a:xfrm>
            <a:off x="207167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5" name="Google Shape;1655;p75"/>
          <p:cNvSpPr/>
          <p:nvPr/>
        </p:nvSpPr>
        <p:spPr>
          <a:xfrm>
            <a:off x="280242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6" name="Google Shape;1656;p75"/>
          <p:cNvSpPr/>
          <p:nvPr/>
        </p:nvSpPr>
        <p:spPr>
          <a:xfrm>
            <a:off x="35331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7" name="Google Shape;1657;p75"/>
          <p:cNvSpPr/>
          <p:nvPr/>
        </p:nvSpPr>
        <p:spPr>
          <a:xfrm>
            <a:off x="426392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67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8" name="Google Shape;1658;p75"/>
          <p:cNvSpPr/>
          <p:nvPr/>
        </p:nvSpPr>
        <p:spPr>
          <a:xfrm>
            <a:off x="49946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98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9" name="Google Shape;1659;p75"/>
          <p:cNvSpPr/>
          <p:nvPr/>
        </p:nvSpPr>
        <p:spPr>
          <a:xfrm>
            <a:off x="5725300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99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0" name="Google Shape;1660;p75"/>
          <p:cNvSpPr/>
          <p:nvPr/>
        </p:nvSpPr>
        <p:spPr>
          <a:xfrm>
            <a:off x="645617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1" name="Google Shape;1661;p75"/>
          <p:cNvSpPr/>
          <p:nvPr/>
        </p:nvSpPr>
        <p:spPr>
          <a:xfrm>
            <a:off x="718692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2" name="Google Shape;1662;p75"/>
          <p:cNvSpPr/>
          <p:nvPr/>
        </p:nvSpPr>
        <p:spPr>
          <a:xfrm>
            <a:off x="7917689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3" name="Google Shape;1663;p75"/>
          <p:cNvSpPr txBox="1"/>
          <p:nvPr/>
        </p:nvSpPr>
        <p:spPr>
          <a:xfrm>
            <a:off x="575525" y="1356450"/>
            <a:ext cx="6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4" name="Google Shape;1664;p75"/>
          <p:cNvSpPr txBox="1"/>
          <p:nvPr/>
        </p:nvSpPr>
        <p:spPr>
          <a:xfrm>
            <a:off x="311700" y="2083225"/>
            <a:ext cx="100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5" name="Google Shape;1665;p75"/>
          <p:cNvSpPr/>
          <p:nvPr/>
        </p:nvSpPr>
        <p:spPr>
          <a:xfrm>
            <a:off x="5868338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6" name="Google Shape;1666;p75"/>
          <p:cNvSpPr/>
          <p:nvPr/>
        </p:nvSpPr>
        <p:spPr>
          <a:xfrm>
            <a:off x="6599113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7" name="Google Shape;1667;p75"/>
          <p:cNvSpPr txBox="1"/>
          <p:nvPr/>
        </p:nvSpPr>
        <p:spPr>
          <a:xfrm>
            <a:off x="6104013" y="2597600"/>
            <a:ext cx="585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Google Shape;1672;p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Ordenamiento Menor a Mayor</a:t>
            </a:r>
            <a:endParaRPr/>
          </a:p>
        </p:txBody>
      </p:sp>
      <p:sp>
        <p:nvSpPr>
          <p:cNvPr id="1673" name="Google Shape;1673;p76"/>
          <p:cNvSpPr/>
          <p:nvPr/>
        </p:nvSpPr>
        <p:spPr>
          <a:xfrm>
            <a:off x="14255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4" name="Google Shape;1674;p76"/>
          <p:cNvSpPr/>
          <p:nvPr/>
        </p:nvSpPr>
        <p:spPr>
          <a:xfrm>
            <a:off x="215627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5" name="Google Shape;1675;p76"/>
          <p:cNvSpPr/>
          <p:nvPr/>
        </p:nvSpPr>
        <p:spPr>
          <a:xfrm>
            <a:off x="28870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6" name="Google Shape;1676;p76"/>
          <p:cNvSpPr/>
          <p:nvPr/>
        </p:nvSpPr>
        <p:spPr>
          <a:xfrm>
            <a:off x="36168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7" name="Google Shape;1677;p76"/>
          <p:cNvSpPr/>
          <p:nvPr/>
        </p:nvSpPr>
        <p:spPr>
          <a:xfrm>
            <a:off x="4347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8" name="Google Shape;1678;p76"/>
          <p:cNvSpPr/>
          <p:nvPr/>
        </p:nvSpPr>
        <p:spPr>
          <a:xfrm>
            <a:off x="507735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9" name="Google Shape;1679;p76"/>
          <p:cNvSpPr/>
          <p:nvPr/>
        </p:nvSpPr>
        <p:spPr>
          <a:xfrm>
            <a:off x="580858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0" name="Google Shape;1680;p76"/>
          <p:cNvSpPr/>
          <p:nvPr/>
        </p:nvSpPr>
        <p:spPr>
          <a:xfrm>
            <a:off x="653983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1" name="Google Shape;1681;p76"/>
          <p:cNvSpPr/>
          <p:nvPr/>
        </p:nvSpPr>
        <p:spPr>
          <a:xfrm>
            <a:off x="7271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2" name="Google Shape;1682;p76"/>
          <p:cNvSpPr/>
          <p:nvPr/>
        </p:nvSpPr>
        <p:spPr>
          <a:xfrm>
            <a:off x="80023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3" name="Google Shape;1683;p76"/>
          <p:cNvSpPr/>
          <p:nvPr/>
        </p:nvSpPr>
        <p:spPr>
          <a:xfrm>
            <a:off x="1340911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4" name="Google Shape;1684;p76"/>
          <p:cNvSpPr/>
          <p:nvPr/>
        </p:nvSpPr>
        <p:spPr>
          <a:xfrm>
            <a:off x="207167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5" name="Google Shape;1685;p76"/>
          <p:cNvSpPr/>
          <p:nvPr/>
        </p:nvSpPr>
        <p:spPr>
          <a:xfrm>
            <a:off x="280242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6" name="Google Shape;1686;p76"/>
          <p:cNvSpPr/>
          <p:nvPr/>
        </p:nvSpPr>
        <p:spPr>
          <a:xfrm>
            <a:off x="35331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7" name="Google Shape;1687;p76"/>
          <p:cNvSpPr/>
          <p:nvPr/>
        </p:nvSpPr>
        <p:spPr>
          <a:xfrm>
            <a:off x="426392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67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8" name="Google Shape;1688;p76"/>
          <p:cNvSpPr/>
          <p:nvPr/>
        </p:nvSpPr>
        <p:spPr>
          <a:xfrm>
            <a:off x="49946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98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9" name="Google Shape;1689;p76"/>
          <p:cNvSpPr/>
          <p:nvPr/>
        </p:nvSpPr>
        <p:spPr>
          <a:xfrm>
            <a:off x="5725300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99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0" name="Google Shape;1690;p76"/>
          <p:cNvSpPr/>
          <p:nvPr/>
        </p:nvSpPr>
        <p:spPr>
          <a:xfrm>
            <a:off x="645617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1" name="Google Shape;1691;p76"/>
          <p:cNvSpPr/>
          <p:nvPr/>
        </p:nvSpPr>
        <p:spPr>
          <a:xfrm>
            <a:off x="718692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2" name="Google Shape;1692;p76"/>
          <p:cNvSpPr/>
          <p:nvPr/>
        </p:nvSpPr>
        <p:spPr>
          <a:xfrm>
            <a:off x="7917689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3" name="Google Shape;1693;p76"/>
          <p:cNvSpPr txBox="1"/>
          <p:nvPr/>
        </p:nvSpPr>
        <p:spPr>
          <a:xfrm>
            <a:off x="575525" y="1356450"/>
            <a:ext cx="6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4" name="Google Shape;1694;p76"/>
          <p:cNvSpPr txBox="1"/>
          <p:nvPr/>
        </p:nvSpPr>
        <p:spPr>
          <a:xfrm>
            <a:off x="311700" y="2083225"/>
            <a:ext cx="100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5" name="Google Shape;1695;p76"/>
          <p:cNvSpPr/>
          <p:nvPr/>
        </p:nvSpPr>
        <p:spPr>
          <a:xfrm>
            <a:off x="5868338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6" name="Google Shape;1696;p76"/>
          <p:cNvSpPr/>
          <p:nvPr/>
        </p:nvSpPr>
        <p:spPr>
          <a:xfrm>
            <a:off x="6599113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7" name="Google Shape;1697;p76"/>
          <p:cNvSpPr txBox="1"/>
          <p:nvPr/>
        </p:nvSpPr>
        <p:spPr>
          <a:xfrm>
            <a:off x="6104013" y="2597600"/>
            <a:ext cx="585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8" name="Google Shape;1698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68638" y="2973325"/>
            <a:ext cx="325800" cy="32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2" name="Shape 1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3" name="Google Shape;1703;p7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Ordenamiento Menor a Mayor</a:t>
            </a:r>
            <a:endParaRPr/>
          </a:p>
        </p:txBody>
      </p:sp>
      <p:sp>
        <p:nvSpPr>
          <p:cNvPr id="1704" name="Google Shape;1704;p77"/>
          <p:cNvSpPr/>
          <p:nvPr/>
        </p:nvSpPr>
        <p:spPr>
          <a:xfrm>
            <a:off x="14255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5" name="Google Shape;1705;p77"/>
          <p:cNvSpPr/>
          <p:nvPr/>
        </p:nvSpPr>
        <p:spPr>
          <a:xfrm>
            <a:off x="215627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6" name="Google Shape;1706;p77"/>
          <p:cNvSpPr/>
          <p:nvPr/>
        </p:nvSpPr>
        <p:spPr>
          <a:xfrm>
            <a:off x="28870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7" name="Google Shape;1707;p77"/>
          <p:cNvSpPr/>
          <p:nvPr/>
        </p:nvSpPr>
        <p:spPr>
          <a:xfrm>
            <a:off x="36168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8" name="Google Shape;1708;p77"/>
          <p:cNvSpPr/>
          <p:nvPr/>
        </p:nvSpPr>
        <p:spPr>
          <a:xfrm>
            <a:off x="4347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9" name="Google Shape;1709;p77"/>
          <p:cNvSpPr/>
          <p:nvPr/>
        </p:nvSpPr>
        <p:spPr>
          <a:xfrm>
            <a:off x="507735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0" name="Google Shape;1710;p77"/>
          <p:cNvSpPr/>
          <p:nvPr/>
        </p:nvSpPr>
        <p:spPr>
          <a:xfrm>
            <a:off x="580858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1" name="Google Shape;1711;p77"/>
          <p:cNvSpPr/>
          <p:nvPr/>
        </p:nvSpPr>
        <p:spPr>
          <a:xfrm>
            <a:off x="653983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2" name="Google Shape;1712;p77"/>
          <p:cNvSpPr/>
          <p:nvPr/>
        </p:nvSpPr>
        <p:spPr>
          <a:xfrm>
            <a:off x="7271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3" name="Google Shape;1713;p77"/>
          <p:cNvSpPr/>
          <p:nvPr/>
        </p:nvSpPr>
        <p:spPr>
          <a:xfrm>
            <a:off x="80023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4" name="Google Shape;1714;p77"/>
          <p:cNvSpPr/>
          <p:nvPr/>
        </p:nvSpPr>
        <p:spPr>
          <a:xfrm>
            <a:off x="1340911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5" name="Google Shape;1715;p77"/>
          <p:cNvSpPr/>
          <p:nvPr/>
        </p:nvSpPr>
        <p:spPr>
          <a:xfrm>
            <a:off x="207167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6" name="Google Shape;1716;p77"/>
          <p:cNvSpPr/>
          <p:nvPr/>
        </p:nvSpPr>
        <p:spPr>
          <a:xfrm>
            <a:off x="280242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7" name="Google Shape;1717;p77"/>
          <p:cNvSpPr/>
          <p:nvPr/>
        </p:nvSpPr>
        <p:spPr>
          <a:xfrm>
            <a:off x="35331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8" name="Google Shape;1718;p77"/>
          <p:cNvSpPr/>
          <p:nvPr/>
        </p:nvSpPr>
        <p:spPr>
          <a:xfrm>
            <a:off x="426392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67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9" name="Google Shape;1719;p77"/>
          <p:cNvSpPr/>
          <p:nvPr/>
        </p:nvSpPr>
        <p:spPr>
          <a:xfrm>
            <a:off x="49946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98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0" name="Google Shape;1720;p77"/>
          <p:cNvSpPr/>
          <p:nvPr/>
        </p:nvSpPr>
        <p:spPr>
          <a:xfrm>
            <a:off x="5725300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1" name="Google Shape;1721;p77"/>
          <p:cNvSpPr/>
          <p:nvPr/>
        </p:nvSpPr>
        <p:spPr>
          <a:xfrm>
            <a:off x="645617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99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2" name="Google Shape;1722;p77"/>
          <p:cNvSpPr/>
          <p:nvPr/>
        </p:nvSpPr>
        <p:spPr>
          <a:xfrm>
            <a:off x="718692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3" name="Google Shape;1723;p77"/>
          <p:cNvSpPr/>
          <p:nvPr/>
        </p:nvSpPr>
        <p:spPr>
          <a:xfrm>
            <a:off x="7917689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4" name="Google Shape;1724;p77"/>
          <p:cNvSpPr txBox="1"/>
          <p:nvPr/>
        </p:nvSpPr>
        <p:spPr>
          <a:xfrm>
            <a:off x="575525" y="1356450"/>
            <a:ext cx="6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5" name="Google Shape;1725;p77"/>
          <p:cNvSpPr txBox="1"/>
          <p:nvPr/>
        </p:nvSpPr>
        <p:spPr>
          <a:xfrm>
            <a:off x="311700" y="2083225"/>
            <a:ext cx="100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6" name="Google Shape;1726;p77"/>
          <p:cNvSpPr/>
          <p:nvPr/>
        </p:nvSpPr>
        <p:spPr>
          <a:xfrm>
            <a:off x="5868338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7" name="Google Shape;1727;p77"/>
          <p:cNvSpPr/>
          <p:nvPr/>
        </p:nvSpPr>
        <p:spPr>
          <a:xfrm>
            <a:off x="6599113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8" name="Google Shape;1728;p77"/>
          <p:cNvSpPr txBox="1"/>
          <p:nvPr/>
        </p:nvSpPr>
        <p:spPr>
          <a:xfrm>
            <a:off x="6104013" y="2597600"/>
            <a:ext cx="585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9" name="Google Shape;1729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68638" y="2973325"/>
            <a:ext cx="325800" cy="32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3" name="Shape 1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4" name="Google Shape;1734;p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Ordenamiento Menor a Mayor</a:t>
            </a:r>
            <a:endParaRPr/>
          </a:p>
        </p:txBody>
      </p:sp>
      <p:sp>
        <p:nvSpPr>
          <p:cNvPr id="1735" name="Google Shape;1735;p78"/>
          <p:cNvSpPr/>
          <p:nvPr/>
        </p:nvSpPr>
        <p:spPr>
          <a:xfrm>
            <a:off x="14255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6" name="Google Shape;1736;p78"/>
          <p:cNvSpPr/>
          <p:nvPr/>
        </p:nvSpPr>
        <p:spPr>
          <a:xfrm>
            <a:off x="215627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7" name="Google Shape;1737;p78"/>
          <p:cNvSpPr/>
          <p:nvPr/>
        </p:nvSpPr>
        <p:spPr>
          <a:xfrm>
            <a:off x="28870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8" name="Google Shape;1738;p78"/>
          <p:cNvSpPr/>
          <p:nvPr/>
        </p:nvSpPr>
        <p:spPr>
          <a:xfrm>
            <a:off x="36168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9" name="Google Shape;1739;p78"/>
          <p:cNvSpPr/>
          <p:nvPr/>
        </p:nvSpPr>
        <p:spPr>
          <a:xfrm>
            <a:off x="4347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0" name="Google Shape;1740;p78"/>
          <p:cNvSpPr/>
          <p:nvPr/>
        </p:nvSpPr>
        <p:spPr>
          <a:xfrm>
            <a:off x="507735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1" name="Google Shape;1741;p78"/>
          <p:cNvSpPr/>
          <p:nvPr/>
        </p:nvSpPr>
        <p:spPr>
          <a:xfrm>
            <a:off x="580858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2" name="Google Shape;1742;p78"/>
          <p:cNvSpPr/>
          <p:nvPr/>
        </p:nvSpPr>
        <p:spPr>
          <a:xfrm>
            <a:off x="653983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3" name="Google Shape;1743;p78"/>
          <p:cNvSpPr/>
          <p:nvPr/>
        </p:nvSpPr>
        <p:spPr>
          <a:xfrm>
            <a:off x="7271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4" name="Google Shape;1744;p78"/>
          <p:cNvSpPr/>
          <p:nvPr/>
        </p:nvSpPr>
        <p:spPr>
          <a:xfrm>
            <a:off x="80023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5" name="Google Shape;1745;p78"/>
          <p:cNvSpPr/>
          <p:nvPr/>
        </p:nvSpPr>
        <p:spPr>
          <a:xfrm>
            <a:off x="1340911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6" name="Google Shape;1746;p78"/>
          <p:cNvSpPr/>
          <p:nvPr/>
        </p:nvSpPr>
        <p:spPr>
          <a:xfrm>
            <a:off x="207167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7" name="Google Shape;1747;p78"/>
          <p:cNvSpPr/>
          <p:nvPr/>
        </p:nvSpPr>
        <p:spPr>
          <a:xfrm>
            <a:off x="280242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8" name="Google Shape;1748;p78"/>
          <p:cNvSpPr/>
          <p:nvPr/>
        </p:nvSpPr>
        <p:spPr>
          <a:xfrm>
            <a:off x="35331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9" name="Google Shape;1749;p78"/>
          <p:cNvSpPr/>
          <p:nvPr/>
        </p:nvSpPr>
        <p:spPr>
          <a:xfrm>
            <a:off x="426392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67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0" name="Google Shape;1750;p78"/>
          <p:cNvSpPr/>
          <p:nvPr/>
        </p:nvSpPr>
        <p:spPr>
          <a:xfrm>
            <a:off x="49946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98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1" name="Google Shape;1751;p78"/>
          <p:cNvSpPr/>
          <p:nvPr/>
        </p:nvSpPr>
        <p:spPr>
          <a:xfrm>
            <a:off x="5725300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2" name="Google Shape;1752;p78"/>
          <p:cNvSpPr/>
          <p:nvPr/>
        </p:nvSpPr>
        <p:spPr>
          <a:xfrm>
            <a:off x="645617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99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3" name="Google Shape;1753;p78"/>
          <p:cNvSpPr/>
          <p:nvPr/>
        </p:nvSpPr>
        <p:spPr>
          <a:xfrm>
            <a:off x="718692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4" name="Google Shape;1754;p78"/>
          <p:cNvSpPr/>
          <p:nvPr/>
        </p:nvSpPr>
        <p:spPr>
          <a:xfrm>
            <a:off x="7917689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5" name="Google Shape;1755;p78"/>
          <p:cNvSpPr txBox="1"/>
          <p:nvPr/>
        </p:nvSpPr>
        <p:spPr>
          <a:xfrm>
            <a:off x="575525" y="1356450"/>
            <a:ext cx="6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6" name="Google Shape;1756;p78"/>
          <p:cNvSpPr txBox="1"/>
          <p:nvPr/>
        </p:nvSpPr>
        <p:spPr>
          <a:xfrm>
            <a:off x="311700" y="2083225"/>
            <a:ext cx="100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7" name="Google Shape;1757;p78"/>
          <p:cNvSpPr/>
          <p:nvPr/>
        </p:nvSpPr>
        <p:spPr>
          <a:xfrm>
            <a:off x="6610288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8" name="Google Shape;1758;p78"/>
          <p:cNvSpPr/>
          <p:nvPr/>
        </p:nvSpPr>
        <p:spPr>
          <a:xfrm>
            <a:off x="7341063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9" name="Google Shape;1759;p78"/>
          <p:cNvSpPr txBox="1"/>
          <p:nvPr/>
        </p:nvSpPr>
        <p:spPr>
          <a:xfrm>
            <a:off x="6845963" y="2597600"/>
            <a:ext cx="585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3" name="Shape 1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4" name="Google Shape;1764;p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Ordenamiento Menor a Mayor</a:t>
            </a:r>
            <a:endParaRPr/>
          </a:p>
        </p:txBody>
      </p:sp>
      <p:sp>
        <p:nvSpPr>
          <p:cNvPr id="1765" name="Google Shape;1765;p79"/>
          <p:cNvSpPr/>
          <p:nvPr/>
        </p:nvSpPr>
        <p:spPr>
          <a:xfrm>
            <a:off x="14255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6" name="Google Shape;1766;p79"/>
          <p:cNvSpPr/>
          <p:nvPr/>
        </p:nvSpPr>
        <p:spPr>
          <a:xfrm>
            <a:off x="215627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7" name="Google Shape;1767;p79"/>
          <p:cNvSpPr/>
          <p:nvPr/>
        </p:nvSpPr>
        <p:spPr>
          <a:xfrm>
            <a:off x="28870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8" name="Google Shape;1768;p79"/>
          <p:cNvSpPr/>
          <p:nvPr/>
        </p:nvSpPr>
        <p:spPr>
          <a:xfrm>
            <a:off x="36168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9" name="Google Shape;1769;p79"/>
          <p:cNvSpPr/>
          <p:nvPr/>
        </p:nvSpPr>
        <p:spPr>
          <a:xfrm>
            <a:off x="4347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0" name="Google Shape;1770;p79"/>
          <p:cNvSpPr/>
          <p:nvPr/>
        </p:nvSpPr>
        <p:spPr>
          <a:xfrm>
            <a:off x="507735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1" name="Google Shape;1771;p79"/>
          <p:cNvSpPr/>
          <p:nvPr/>
        </p:nvSpPr>
        <p:spPr>
          <a:xfrm>
            <a:off x="580858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2" name="Google Shape;1772;p79"/>
          <p:cNvSpPr/>
          <p:nvPr/>
        </p:nvSpPr>
        <p:spPr>
          <a:xfrm>
            <a:off x="653983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3" name="Google Shape;1773;p79"/>
          <p:cNvSpPr/>
          <p:nvPr/>
        </p:nvSpPr>
        <p:spPr>
          <a:xfrm>
            <a:off x="7271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4" name="Google Shape;1774;p79"/>
          <p:cNvSpPr/>
          <p:nvPr/>
        </p:nvSpPr>
        <p:spPr>
          <a:xfrm>
            <a:off x="80023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5" name="Google Shape;1775;p79"/>
          <p:cNvSpPr/>
          <p:nvPr/>
        </p:nvSpPr>
        <p:spPr>
          <a:xfrm>
            <a:off x="1340911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6" name="Google Shape;1776;p79"/>
          <p:cNvSpPr/>
          <p:nvPr/>
        </p:nvSpPr>
        <p:spPr>
          <a:xfrm>
            <a:off x="207167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7" name="Google Shape;1777;p79"/>
          <p:cNvSpPr/>
          <p:nvPr/>
        </p:nvSpPr>
        <p:spPr>
          <a:xfrm>
            <a:off x="280242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8" name="Google Shape;1778;p79"/>
          <p:cNvSpPr/>
          <p:nvPr/>
        </p:nvSpPr>
        <p:spPr>
          <a:xfrm>
            <a:off x="35331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9" name="Google Shape;1779;p79"/>
          <p:cNvSpPr/>
          <p:nvPr/>
        </p:nvSpPr>
        <p:spPr>
          <a:xfrm>
            <a:off x="426392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67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0" name="Google Shape;1780;p79"/>
          <p:cNvSpPr/>
          <p:nvPr/>
        </p:nvSpPr>
        <p:spPr>
          <a:xfrm>
            <a:off x="49946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98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1" name="Google Shape;1781;p79"/>
          <p:cNvSpPr/>
          <p:nvPr/>
        </p:nvSpPr>
        <p:spPr>
          <a:xfrm>
            <a:off x="5725300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2" name="Google Shape;1782;p79"/>
          <p:cNvSpPr/>
          <p:nvPr/>
        </p:nvSpPr>
        <p:spPr>
          <a:xfrm>
            <a:off x="645617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99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3" name="Google Shape;1783;p79"/>
          <p:cNvSpPr/>
          <p:nvPr/>
        </p:nvSpPr>
        <p:spPr>
          <a:xfrm>
            <a:off x="718692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4" name="Google Shape;1784;p79"/>
          <p:cNvSpPr/>
          <p:nvPr/>
        </p:nvSpPr>
        <p:spPr>
          <a:xfrm>
            <a:off x="7917689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5" name="Google Shape;1785;p79"/>
          <p:cNvSpPr txBox="1"/>
          <p:nvPr/>
        </p:nvSpPr>
        <p:spPr>
          <a:xfrm>
            <a:off x="575525" y="1356450"/>
            <a:ext cx="6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6" name="Google Shape;1786;p79"/>
          <p:cNvSpPr txBox="1"/>
          <p:nvPr/>
        </p:nvSpPr>
        <p:spPr>
          <a:xfrm>
            <a:off x="311700" y="2083225"/>
            <a:ext cx="100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7" name="Google Shape;1787;p79"/>
          <p:cNvSpPr/>
          <p:nvPr/>
        </p:nvSpPr>
        <p:spPr>
          <a:xfrm>
            <a:off x="6610288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8" name="Google Shape;1788;p79"/>
          <p:cNvSpPr/>
          <p:nvPr/>
        </p:nvSpPr>
        <p:spPr>
          <a:xfrm>
            <a:off x="7341063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9" name="Google Shape;1789;p79"/>
          <p:cNvSpPr txBox="1"/>
          <p:nvPr/>
        </p:nvSpPr>
        <p:spPr>
          <a:xfrm>
            <a:off x="6845963" y="2597600"/>
            <a:ext cx="585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0" name="Google Shape;1790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10588" y="2973325"/>
            <a:ext cx="325800" cy="32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4" name="Shape 1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5" name="Google Shape;1795;p8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Ordenamiento Menor a Mayor</a:t>
            </a:r>
            <a:endParaRPr/>
          </a:p>
        </p:txBody>
      </p:sp>
      <p:sp>
        <p:nvSpPr>
          <p:cNvPr id="1796" name="Google Shape;1796;p80"/>
          <p:cNvSpPr/>
          <p:nvPr/>
        </p:nvSpPr>
        <p:spPr>
          <a:xfrm>
            <a:off x="14255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7" name="Google Shape;1797;p80"/>
          <p:cNvSpPr/>
          <p:nvPr/>
        </p:nvSpPr>
        <p:spPr>
          <a:xfrm>
            <a:off x="215627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8" name="Google Shape;1798;p80"/>
          <p:cNvSpPr/>
          <p:nvPr/>
        </p:nvSpPr>
        <p:spPr>
          <a:xfrm>
            <a:off x="28870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9" name="Google Shape;1799;p80"/>
          <p:cNvSpPr/>
          <p:nvPr/>
        </p:nvSpPr>
        <p:spPr>
          <a:xfrm>
            <a:off x="36168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0" name="Google Shape;1800;p80"/>
          <p:cNvSpPr/>
          <p:nvPr/>
        </p:nvSpPr>
        <p:spPr>
          <a:xfrm>
            <a:off x="4347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1" name="Google Shape;1801;p80"/>
          <p:cNvSpPr/>
          <p:nvPr/>
        </p:nvSpPr>
        <p:spPr>
          <a:xfrm>
            <a:off x="507735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2" name="Google Shape;1802;p80"/>
          <p:cNvSpPr/>
          <p:nvPr/>
        </p:nvSpPr>
        <p:spPr>
          <a:xfrm>
            <a:off x="580858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3" name="Google Shape;1803;p80"/>
          <p:cNvSpPr/>
          <p:nvPr/>
        </p:nvSpPr>
        <p:spPr>
          <a:xfrm>
            <a:off x="653983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4" name="Google Shape;1804;p80"/>
          <p:cNvSpPr/>
          <p:nvPr/>
        </p:nvSpPr>
        <p:spPr>
          <a:xfrm>
            <a:off x="7271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5" name="Google Shape;1805;p80"/>
          <p:cNvSpPr/>
          <p:nvPr/>
        </p:nvSpPr>
        <p:spPr>
          <a:xfrm>
            <a:off x="80023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6" name="Google Shape;1806;p80"/>
          <p:cNvSpPr/>
          <p:nvPr/>
        </p:nvSpPr>
        <p:spPr>
          <a:xfrm>
            <a:off x="1340911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7" name="Google Shape;1807;p80"/>
          <p:cNvSpPr/>
          <p:nvPr/>
        </p:nvSpPr>
        <p:spPr>
          <a:xfrm>
            <a:off x="207167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8" name="Google Shape;1808;p80"/>
          <p:cNvSpPr/>
          <p:nvPr/>
        </p:nvSpPr>
        <p:spPr>
          <a:xfrm>
            <a:off x="280242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9" name="Google Shape;1809;p80"/>
          <p:cNvSpPr/>
          <p:nvPr/>
        </p:nvSpPr>
        <p:spPr>
          <a:xfrm>
            <a:off x="35331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0" name="Google Shape;1810;p80"/>
          <p:cNvSpPr/>
          <p:nvPr/>
        </p:nvSpPr>
        <p:spPr>
          <a:xfrm>
            <a:off x="426392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67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1" name="Google Shape;1811;p80"/>
          <p:cNvSpPr/>
          <p:nvPr/>
        </p:nvSpPr>
        <p:spPr>
          <a:xfrm>
            <a:off x="49946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98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2" name="Google Shape;1812;p80"/>
          <p:cNvSpPr/>
          <p:nvPr/>
        </p:nvSpPr>
        <p:spPr>
          <a:xfrm>
            <a:off x="5725300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3" name="Google Shape;1813;p80"/>
          <p:cNvSpPr/>
          <p:nvPr/>
        </p:nvSpPr>
        <p:spPr>
          <a:xfrm>
            <a:off x="645617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4" name="Google Shape;1814;p80"/>
          <p:cNvSpPr/>
          <p:nvPr/>
        </p:nvSpPr>
        <p:spPr>
          <a:xfrm>
            <a:off x="718692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99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5" name="Google Shape;1815;p80"/>
          <p:cNvSpPr/>
          <p:nvPr/>
        </p:nvSpPr>
        <p:spPr>
          <a:xfrm>
            <a:off x="7917689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6" name="Google Shape;1816;p80"/>
          <p:cNvSpPr txBox="1"/>
          <p:nvPr/>
        </p:nvSpPr>
        <p:spPr>
          <a:xfrm>
            <a:off x="575525" y="1356450"/>
            <a:ext cx="6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7" name="Google Shape;1817;p80"/>
          <p:cNvSpPr txBox="1"/>
          <p:nvPr/>
        </p:nvSpPr>
        <p:spPr>
          <a:xfrm>
            <a:off x="311700" y="2083225"/>
            <a:ext cx="100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8" name="Google Shape;1818;p80"/>
          <p:cNvSpPr/>
          <p:nvPr/>
        </p:nvSpPr>
        <p:spPr>
          <a:xfrm>
            <a:off x="6610288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9" name="Google Shape;1819;p80"/>
          <p:cNvSpPr/>
          <p:nvPr/>
        </p:nvSpPr>
        <p:spPr>
          <a:xfrm>
            <a:off x="7341063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0" name="Google Shape;1820;p80"/>
          <p:cNvSpPr txBox="1"/>
          <p:nvPr/>
        </p:nvSpPr>
        <p:spPr>
          <a:xfrm>
            <a:off x="6845963" y="2597600"/>
            <a:ext cx="585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1" name="Google Shape;1821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10588" y="2973325"/>
            <a:ext cx="325800" cy="32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5" name="Shape 1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6" name="Google Shape;1826;p8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Ordenamiento Menor a Mayor</a:t>
            </a:r>
            <a:endParaRPr/>
          </a:p>
        </p:txBody>
      </p:sp>
      <p:sp>
        <p:nvSpPr>
          <p:cNvPr id="1827" name="Google Shape;1827;p81"/>
          <p:cNvSpPr/>
          <p:nvPr/>
        </p:nvSpPr>
        <p:spPr>
          <a:xfrm>
            <a:off x="14255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8" name="Google Shape;1828;p81"/>
          <p:cNvSpPr/>
          <p:nvPr/>
        </p:nvSpPr>
        <p:spPr>
          <a:xfrm>
            <a:off x="215627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9" name="Google Shape;1829;p81"/>
          <p:cNvSpPr/>
          <p:nvPr/>
        </p:nvSpPr>
        <p:spPr>
          <a:xfrm>
            <a:off x="2887025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0" name="Google Shape;1830;p81"/>
          <p:cNvSpPr/>
          <p:nvPr/>
        </p:nvSpPr>
        <p:spPr>
          <a:xfrm>
            <a:off x="36168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1" name="Google Shape;1831;p81"/>
          <p:cNvSpPr/>
          <p:nvPr/>
        </p:nvSpPr>
        <p:spPr>
          <a:xfrm>
            <a:off x="4347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2" name="Google Shape;1832;p81"/>
          <p:cNvSpPr/>
          <p:nvPr/>
        </p:nvSpPr>
        <p:spPr>
          <a:xfrm>
            <a:off x="507735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3" name="Google Shape;1833;p81"/>
          <p:cNvSpPr/>
          <p:nvPr/>
        </p:nvSpPr>
        <p:spPr>
          <a:xfrm>
            <a:off x="580858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4" name="Google Shape;1834;p81"/>
          <p:cNvSpPr/>
          <p:nvPr/>
        </p:nvSpPr>
        <p:spPr>
          <a:xfrm>
            <a:off x="6539838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5" name="Google Shape;1835;p81"/>
          <p:cNvSpPr/>
          <p:nvPr/>
        </p:nvSpPr>
        <p:spPr>
          <a:xfrm>
            <a:off x="7271063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6" name="Google Shape;1836;p81"/>
          <p:cNvSpPr/>
          <p:nvPr/>
        </p:nvSpPr>
        <p:spPr>
          <a:xfrm>
            <a:off x="8002300" y="1368600"/>
            <a:ext cx="325800" cy="375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7" name="Google Shape;1837;p81"/>
          <p:cNvSpPr/>
          <p:nvPr/>
        </p:nvSpPr>
        <p:spPr>
          <a:xfrm>
            <a:off x="1340911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8" name="Google Shape;1838;p81"/>
          <p:cNvSpPr/>
          <p:nvPr/>
        </p:nvSpPr>
        <p:spPr>
          <a:xfrm>
            <a:off x="207167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9" name="Google Shape;1839;p81"/>
          <p:cNvSpPr/>
          <p:nvPr/>
        </p:nvSpPr>
        <p:spPr>
          <a:xfrm>
            <a:off x="2802426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0" name="Google Shape;1840;p81"/>
          <p:cNvSpPr/>
          <p:nvPr/>
        </p:nvSpPr>
        <p:spPr>
          <a:xfrm>
            <a:off x="35331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1" name="Google Shape;1841;p81"/>
          <p:cNvSpPr/>
          <p:nvPr/>
        </p:nvSpPr>
        <p:spPr>
          <a:xfrm>
            <a:off x="426392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67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2" name="Google Shape;1842;p81"/>
          <p:cNvSpPr/>
          <p:nvPr/>
        </p:nvSpPr>
        <p:spPr>
          <a:xfrm>
            <a:off x="4994675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98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3" name="Google Shape;1843;p81"/>
          <p:cNvSpPr/>
          <p:nvPr/>
        </p:nvSpPr>
        <p:spPr>
          <a:xfrm>
            <a:off x="5725300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4" name="Google Shape;1844;p81"/>
          <p:cNvSpPr/>
          <p:nvPr/>
        </p:nvSpPr>
        <p:spPr>
          <a:xfrm>
            <a:off x="645617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5" name="Google Shape;1845;p81"/>
          <p:cNvSpPr/>
          <p:nvPr/>
        </p:nvSpPr>
        <p:spPr>
          <a:xfrm>
            <a:off x="7186924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99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6" name="Google Shape;1846;p81"/>
          <p:cNvSpPr/>
          <p:nvPr/>
        </p:nvSpPr>
        <p:spPr>
          <a:xfrm>
            <a:off x="7917689" y="2095375"/>
            <a:ext cx="495000" cy="37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7" name="Google Shape;1847;p81"/>
          <p:cNvSpPr txBox="1"/>
          <p:nvPr/>
        </p:nvSpPr>
        <p:spPr>
          <a:xfrm>
            <a:off x="575525" y="1356450"/>
            <a:ext cx="6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8" name="Google Shape;1848;p81"/>
          <p:cNvSpPr txBox="1"/>
          <p:nvPr/>
        </p:nvSpPr>
        <p:spPr>
          <a:xfrm>
            <a:off x="311700" y="2083225"/>
            <a:ext cx="100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9" name="Google Shape;1849;p81"/>
          <p:cNvSpPr/>
          <p:nvPr/>
        </p:nvSpPr>
        <p:spPr>
          <a:xfrm>
            <a:off x="7362263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0" name="Google Shape;1850;p81"/>
          <p:cNvSpPr/>
          <p:nvPr/>
        </p:nvSpPr>
        <p:spPr>
          <a:xfrm>
            <a:off x="8093038" y="2571750"/>
            <a:ext cx="195600" cy="446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1" name="Google Shape;1851;p81"/>
          <p:cNvSpPr txBox="1"/>
          <p:nvPr/>
        </p:nvSpPr>
        <p:spPr>
          <a:xfrm>
            <a:off x="7597938" y="2597600"/>
            <a:ext cx="585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52" name="Google Shape;1852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81925" y="3074725"/>
            <a:ext cx="283450" cy="283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3" name="Google Shape;1853;p81"/>
          <p:cNvSpPr txBox="1"/>
          <p:nvPr>
            <p:ph type="title"/>
          </p:nvPr>
        </p:nvSpPr>
        <p:spPr>
          <a:xfrm>
            <a:off x="311700" y="3322550"/>
            <a:ext cx="8520600" cy="17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020">
                <a:solidFill>
                  <a:schemeClr val="dk2"/>
                </a:solidFill>
              </a:rPr>
              <a:t>Termina la segunda pasada</a:t>
            </a:r>
            <a:endParaRPr sz="202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7" name="Shape 1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8" name="Google Shape;1858;p8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"/>
              <a:t>Ahora hagamos el código…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2" name="Shape 1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" name="Google Shape;1863;p83"/>
          <p:cNvSpPr/>
          <p:nvPr/>
        </p:nvSpPr>
        <p:spPr>
          <a:xfrm rot="10800000">
            <a:off x="2130050" y="606963"/>
            <a:ext cx="4884000" cy="4188000"/>
          </a:xfrm>
          <a:prstGeom prst="round2SameRect">
            <a:avLst>
              <a:gd fmla="val 1895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</a:pPr>
            <a:r>
              <a:t/>
            </a:r>
            <a:endParaRPr b="0" i="0" sz="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4" name="Google Shape;1864;p83"/>
          <p:cNvSpPr/>
          <p:nvPr/>
        </p:nvSpPr>
        <p:spPr>
          <a:xfrm rot="10800000">
            <a:off x="2130063" y="348538"/>
            <a:ext cx="4884000" cy="347400"/>
          </a:xfrm>
          <a:prstGeom prst="round2SameRect">
            <a:avLst>
              <a:gd fmla="val 6272" name="adj1"/>
              <a:gd fmla="val 25195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5" name="Google Shape;1865;p83"/>
          <p:cNvSpPr/>
          <p:nvPr/>
        </p:nvSpPr>
        <p:spPr>
          <a:xfrm>
            <a:off x="2261990" y="413259"/>
            <a:ext cx="169500" cy="1695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6" name="Google Shape;1866;p83"/>
          <p:cNvSpPr/>
          <p:nvPr/>
        </p:nvSpPr>
        <p:spPr>
          <a:xfrm>
            <a:off x="2513020" y="413259"/>
            <a:ext cx="169500" cy="1695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7" name="Google Shape;1867;p83"/>
          <p:cNvSpPr/>
          <p:nvPr/>
        </p:nvSpPr>
        <p:spPr>
          <a:xfrm>
            <a:off x="2764050" y="413259"/>
            <a:ext cx="169500" cy="1695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8" name="Google Shape;1868;p83"/>
          <p:cNvSpPr txBox="1"/>
          <p:nvPr/>
        </p:nvSpPr>
        <p:spPr>
          <a:xfrm>
            <a:off x="2129950" y="664028"/>
            <a:ext cx="4884000" cy="38802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85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#include &lt;iostream&gt;</a:t>
            </a:r>
            <a:endParaRPr b="0" i="0" sz="85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85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850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using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850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namespace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850" u="none" cap="none" strike="noStrike">
                <a:solidFill>
                  <a:srgbClr val="4078F2"/>
                </a:solidFill>
                <a:latin typeface="Arial"/>
                <a:ea typeface="Arial"/>
                <a:cs typeface="Arial"/>
                <a:sym typeface="Arial"/>
              </a:rPr>
              <a:t>std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85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85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85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85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85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850" u="none" cap="none" strike="noStrike">
                <a:solidFill>
                  <a:srgbClr val="4078F2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 b="0" i="0" sz="85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85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{</a:t>
            </a:r>
            <a:endParaRPr b="0" i="0" sz="85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85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85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85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b="0" i="0" lang="es" sz="850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const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85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85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NUMEL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85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850" u="none" cap="none" strike="noStrike">
                <a:solidFill>
                  <a:srgbClr val="98680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85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85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b="0" i="0" lang="es" sz="85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85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num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0" i="0" lang="es" sz="85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NUMEL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] </a:t>
            </a:r>
            <a:r>
              <a:rPr b="0" i="0" lang="es" sz="85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{</a:t>
            </a:r>
            <a:r>
              <a:rPr b="0" i="0" lang="es" sz="850" u="none" cap="none" strike="noStrike">
                <a:solidFill>
                  <a:srgbClr val="986801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s" sz="850" u="none" cap="none" strike="noStrike">
                <a:solidFill>
                  <a:srgbClr val="98680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s" sz="850" u="none" cap="none" strike="noStrike">
                <a:solidFill>
                  <a:srgbClr val="986801"/>
                </a:solidFill>
                <a:latin typeface="Arial"/>
                <a:ea typeface="Arial"/>
                <a:cs typeface="Arial"/>
                <a:sym typeface="Arial"/>
              </a:rPr>
              <a:t>67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s" sz="850" u="none" cap="none" strike="noStrike">
                <a:solidFill>
                  <a:srgbClr val="986801"/>
                </a:solidFill>
                <a:latin typeface="Arial"/>
                <a:ea typeface="Arial"/>
                <a:cs typeface="Arial"/>
                <a:sym typeface="Arial"/>
              </a:rPr>
              <a:t>98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s" sz="850" u="none" cap="none" strike="noStrike">
                <a:solidFill>
                  <a:srgbClr val="986801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s" sz="850" u="none" cap="none" strike="noStrike">
                <a:solidFill>
                  <a:srgbClr val="986801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s" sz="850" u="none" cap="none" strike="noStrike">
                <a:solidFill>
                  <a:srgbClr val="986801"/>
                </a:solidFill>
                <a:latin typeface="Arial"/>
                <a:ea typeface="Arial"/>
                <a:cs typeface="Arial"/>
                <a:sym typeface="Arial"/>
              </a:rPr>
              <a:t>101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s" sz="850" u="none" cap="none" strike="noStrike">
                <a:solidFill>
                  <a:srgbClr val="986801"/>
                </a:solidFill>
                <a:latin typeface="Arial"/>
                <a:ea typeface="Arial"/>
                <a:cs typeface="Arial"/>
                <a:sym typeface="Arial"/>
              </a:rPr>
              <a:t>99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s" sz="850" u="none" cap="none" strike="noStrike">
                <a:solidFill>
                  <a:srgbClr val="986801"/>
                </a:solidFill>
                <a:latin typeface="Arial"/>
                <a:ea typeface="Arial"/>
                <a:cs typeface="Arial"/>
                <a:sym typeface="Arial"/>
              </a:rPr>
              <a:t>73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s" sz="850" u="none" cap="none" strike="noStrike">
                <a:solidFill>
                  <a:srgbClr val="98680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};</a:t>
            </a:r>
            <a:endParaRPr b="0" i="0" sz="85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85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b="0" i="0" lang="es" sz="85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85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s" sz="85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s" sz="85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temp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s" sz="85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movimientos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85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850" u="none" cap="none" strike="noStrike">
                <a:solidFill>
                  <a:srgbClr val="98680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85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s" sz="85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b="0" i="0" lang="es" sz="850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s" sz="85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85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850" u="none" cap="none" strike="noStrike">
                <a:solidFill>
                  <a:srgbClr val="98680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 </a:t>
            </a:r>
            <a:r>
              <a:rPr b="0" i="0" lang="es" sz="85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85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s" sz="85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NUMEL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85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850" u="none" cap="none" strike="noStrike">
                <a:solidFill>
                  <a:srgbClr val="98680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); </a:t>
            </a:r>
            <a:r>
              <a:rPr b="0" i="0" lang="es" sz="85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s" sz="85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++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) {</a:t>
            </a:r>
            <a:endParaRPr b="0" i="0" sz="85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s" sz="85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       </a:t>
            </a:r>
            <a:r>
              <a:rPr b="0" i="0" lang="es" sz="850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s" sz="85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85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850" u="none" cap="none" strike="noStrike">
                <a:solidFill>
                  <a:srgbClr val="98680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 </a:t>
            </a:r>
            <a:r>
              <a:rPr b="0" i="0" lang="es" sz="85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85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85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NUMEL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 </a:t>
            </a:r>
            <a:r>
              <a:rPr b="0" i="0" lang="es" sz="85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b="0" i="0" lang="es" sz="85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++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) {</a:t>
            </a:r>
            <a:endParaRPr b="0" i="0" sz="85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s" sz="85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           </a:t>
            </a:r>
            <a:r>
              <a:rPr b="0" i="0" lang="es" sz="850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s" sz="85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num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0" i="0" lang="es" sz="85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] </a:t>
            </a:r>
            <a:r>
              <a:rPr b="0" i="0" lang="es" sz="85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85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num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0" i="0" lang="es" sz="85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85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850" u="none" cap="none" strike="noStrike">
                <a:solidFill>
                  <a:srgbClr val="98680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]) {</a:t>
            </a:r>
            <a:endParaRPr b="0" i="0" sz="85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s" sz="85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               </a:t>
            </a:r>
            <a:r>
              <a:rPr b="0" i="0" lang="es" sz="85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temp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85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85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num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0" i="0" lang="es" sz="85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];</a:t>
            </a:r>
            <a:endParaRPr b="0" i="0" sz="85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s" sz="85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               </a:t>
            </a:r>
            <a:r>
              <a:rPr b="0" i="0" lang="es" sz="85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num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0" i="0" lang="es" sz="85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] </a:t>
            </a:r>
            <a:r>
              <a:rPr b="0" i="0" lang="es" sz="85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85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num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0" i="0" lang="es" sz="85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85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850" u="none" cap="none" strike="noStrike">
                <a:solidFill>
                  <a:srgbClr val="98680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];</a:t>
            </a:r>
            <a:endParaRPr b="0" i="0" sz="85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s" sz="85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               </a:t>
            </a:r>
            <a:r>
              <a:rPr b="0" i="0" lang="es" sz="85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num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0" i="0" lang="es" sz="85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85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850" u="none" cap="none" strike="noStrike">
                <a:solidFill>
                  <a:srgbClr val="98680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] </a:t>
            </a:r>
            <a:r>
              <a:rPr b="0" i="0" lang="es" sz="85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85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temp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85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s" sz="85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               </a:t>
            </a:r>
            <a:r>
              <a:rPr b="0" i="0" lang="es" sz="85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movimientos</a:t>
            </a:r>
            <a:r>
              <a:rPr b="0" i="0" lang="es" sz="85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++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85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s" sz="85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           }</a:t>
            </a:r>
            <a:endParaRPr b="0" i="0" sz="85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s" sz="85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       }</a:t>
            </a:r>
            <a:endParaRPr b="0" i="0" sz="85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s" sz="85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       </a:t>
            </a:r>
            <a:r>
              <a:rPr b="0" i="0" lang="es" sz="85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85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85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"Fin Pasada "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85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85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s" sz="85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b="0" i="0" lang="es" sz="850" u="none" cap="none" strike="noStrike">
                <a:solidFill>
                  <a:srgbClr val="98680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85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85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": "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85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s" sz="85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       </a:t>
            </a:r>
            <a:r>
              <a:rPr b="0" i="0" lang="es" sz="850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s" sz="85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85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85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850" u="none" cap="none" strike="noStrike">
                <a:solidFill>
                  <a:srgbClr val="98680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 </a:t>
            </a:r>
            <a:r>
              <a:rPr b="0" i="0" lang="es" sz="85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85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85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NUMEL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 </a:t>
            </a:r>
            <a:r>
              <a:rPr b="0" i="0" lang="es" sz="85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++</a:t>
            </a:r>
            <a:r>
              <a:rPr b="0" i="0" lang="es" sz="85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95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s" sz="85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           </a:t>
            </a:r>
            <a:r>
              <a:rPr b="0" i="0" lang="es" sz="85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85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85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  "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85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85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num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0" i="0" lang="es" sz="85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];</a:t>
            </a:r>
            <a:endParaRPr b="0" i="0" sz="85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s" sz="85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       </a:t>
            </a:r>
            <a:r>
              <a:rPr b="0" i="0" lang="es" sz="85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85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85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endl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85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s" sz="85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   }</a:t>
            </a:r>
            <a:endParaRPr b="0" i="0" sz="85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s" sz="85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85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s" sz="85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b="0" i="0" lang="es" sz="85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85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85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"La lista ordenada, en orden ascendente, es:\n"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85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s" sz="85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b="0" i="0" lang="es" sz="850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s" sz="85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85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85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850" u="none" cap="none" strike="noStrike">
                <a:solidFill>
                  <a:srgbClr val="98680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 </a:t>
            </a:r>
            <a:r>
              <a:rPr b="0" i="0" lang="es" sz="85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85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85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NUMEL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 </a:t>
            </a:r>
            <a:r>
              <a:rPr b="0" i="0" lang="es" sz="85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++</a:t>
            </a:r>
            <a:r>
              <a:rPr b="0" i="0" lang="es" sz="85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85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s" sz="85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       </a:t>
            </a:r>
            <a:r>
              <a:rPr b="0" i="0" lang="es" sz="85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85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85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  "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85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85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num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0" i="0" lang="es" sz="85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];</a:t>
            </a:r>
            <a:endParaRPr b="0" i="0" sz="85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s" sz="85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28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b="0" i="0" lang="es" sz="85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85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85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"\nSe hicieron "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85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85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movimientos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85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85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 movimientos para ordenar esta lista\n"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85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s" sz="85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b="0" i="0" lang="es" sz="850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850" u="none" cap="none" strike="noStrike">
                <a:solidFill>
                  <a:srgbClr val="98680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85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s" sz="85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r>
              <a:rPr b="0" i="0" lang="es" sz="85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 b="0" i="0" sz="85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2" name="Shape 1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" name="Google Shape;1873;p8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Ahora si… Modelos?</a:t>
            </a:r>
            <a:endParaRPr/>
          </a:p>
        </p:txBody>
      </p:sp>
      <p:sp>
        <p:nvSpPr>
          <p:cNvPr id="1874" name="Google Shape;1874;p84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8" name="Shape 1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9" name="Google Shape;1879;p85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880" name="Google Shape;1880;p85"/>
          <p:cNvSpPr txBox="1"/>
          <p:nvPr/>
        </p:nvSpPr>
        <p:spPr>
          <a:xfrm>
            <a:off x="457200" y="254000"/>
            <a:ext cx="8229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>
                <a:solidFill>
                  <a:srgbClr val="1D1D1D"/>
                </a:solidFill>
                <a:latin typeface="Montserrat"/>
                <a:ea typeface="Montserrat"/>
                <a:cs typeface="Montserrat"/>
                <a:sym typeface="Montserrat"/>
              </a:rPr>
              <a:t>Solución de problemas en ingeniería</a:t>
            </a:r>
            <a:endParaRPr sz="2700">
              <a:solidFill>
                <a:srgbClr val="1D1D1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1" name="Google Shape;1881;p85"/>
          <p:cNvSpPr/>
          <p:nvPr/>
        </p:nvSpPr>
        <p:spPr>
          <a:xfrm>
            <a:off x="508000" y="939800"/>
            <a:ext cx="1905000" cy="736500"/>
          </a:xfrm>
          <a:prstGeom prst="roundRect">
            <a:avLst>
              <a:gd fmla="val 16667" name="adj"/>
            </a:avLst>
          </a:prstGeom>
          <a:solidFill>
            <a:srgbClr val="1D4036"/>
          </a:solidFill>
          <a:ln cap="flat" cmpd="sng" w="15250">
            <a:solidFill>
              <a:srgbClr val="1D40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PROBLEMA</a:t>
            </a:r>
            <a:endParaRPr b="1" sz="1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FÍSICO</a:t>
            </a:r>
            <a:endParaRPr b="1" sz="1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5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" name="Google Shape;1886;p86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887" name="Google Shape;1887;p86"/>
          <p:cNvSpPr txBox="1"/>
          <p:nvPr/>
        </p:nvSpPr>
        <p:spPr>
          <a:xfrm>
            <a:off x="457200" y="254000"/>
            <a:ext cx="8229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>
                <a:solidFill>
                  <a:srgbClr val="1D1D1D"/>
                </a:solidFill>
                <a:latin typeface="Montserrat"/>
                <a:ea typeface="Montserrat"/>
                <a:cs typeface="Montserrat"/>
                <a:sym typeface="Montserrat"/>
              </a:rPr>
              <a:t>Solución de problemas en ingeniería</a:t>
            </a:r>
            <a:endParaRPr sz="2700">
              <a:solidFill>
                <a:srgbClr val="1D1D1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8" name="Google Shape;1888;p86"/>
          <p:cNvSpPr/>
          <p:nvPr/>
        </p:nvSpPr>
        <p:spPr>
          <a:xfrm>
            <a:off x="508000" y="939800"/>
            <a:ext cx="1905000" cy="736500"/>
          </a:xfrm>
          <a:prstGeom prst="roundRect">
            <a:avLst>
              <a:gd fmla="val 16667" name="adj"/>
            </a:avLst>
          </a:prstGeom>
          <a:solidFill>
            <a:srgbClr val="1D4036"/>
          </a:solidFill>
          <a:ln cap="flat" cmpd="sng" w="15250">
            <a:solidFill>
              <a:srgbClr val="1D40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PROBLEMA</a:t>
            </a:r>
            <a:endParaRPr b="1" sz="1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FÍSICO</a:t>
            </a:r>
            <a:endParaRPr b="1" sz="1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9" name="Google Shape;1889;p86"/>
          <p:cNvSpPr/>
          <p:nvPr/>
        </p:nvSpPr>
        <p:spPr>
          <a:xfrm>
            <a:off x="3619500" y="939800"/>
            <a:ext cx="1905000" cy="736500"/>
          </a:xfrm>
          <a:prstGeom prst="roundRect">
            <a:avLst>
              <a:gd fmla="val 16667" name="adj"/>
            </a:avLst>
          </a:prstGeom>
          <a:solidFill>
            <a:srgbClr val="F6E8D7"/>
          </a:solidFill>
          <a:ln cap="flat" cmpd="sng" w="15250">
            <a:solidFill>
              <a:srgbClr val="D381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1D1D1D"/>
                </a:solidFill>
                <a:latin typeface="Montserrat"/>
                <a:ea typeface="Montserrat"/>
                <a:cs typeface="Montserrat"/>
                <a:sym typeface="Montserrat"/>
              </a:rPr>
              <a:t>MODELO</a:t>
            </a:r>
            <a:endParaRPr b="1" sz="1600">
              <a:solidFill>
                <a:srgbClr val="1D1D1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1D1D1D"/>
                </a:solidFill>
                <a:latin typeface="Montserrat"/>
                <a:ea typeface="Montserrat"/>
                <a:cs typeface="Montserrat"/>
                <a:sym typeface="Montserrat"/>
              </a:rPr>
              <a:t>MATEMÁTICO</a:t>
            </a:r>
            <a:endParaRPr b="1" sz="1600">
              <a:solidFill>
                <a:srgbClr val="1D1D1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890" name="Google Shape;1890;p86"/>
          <p:cNvCxnSpPr/>
          <p:nvPr/>
        </p:nvCxnSpPr>
        <p:spPr>
          <a:xfrm>
            <a:off x="2413000" y="1308100"/>
            <a:ext cx="1206600" cy="0"/>
          </a:xfrm>
          <a:prstGeom prst="straightConnector1">
            <a:avLst/>
          </a:prstGeom>
          <a:noFill/>
          <a:ln cap="flat" cmpd="sng" w="30475">
            <a:solidFill>
              <a:srgbClr val="D3812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91" name="Google Shape;1891;p86"/>
          <p:cNvSpPr txBox="1"/>
          <p:nvPr/>
        </p:nvSpPr>
        <p:spPr>
          <a:xfrm>
            <a:off x="2501900" y="1447800"/>
            <a:ext cx="1041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simplificar</a:t>
            </a:r>
            <a:endParaRPr sz="105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5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6" name="Google Shape;1896;p87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897" name="Google Shape;1897;p87"/>
          <p:cNvSpPr txBox="1"/>
          <p:nvPr/>
        </p:nvSpPr>
        <p:spPr>
          <a:xfrm>
            <a:off x="457200" y="254000"/>
            <a:ext cx="8229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>
                <a:solidFill>
                  <a:srgbClr val="1D1D1D"/>
                </a:solidFill>
                <a:latin typeface="Montserrat"/>
                <a:ea typeface="Montserrat"/>
                <a:cs typeface="Montserrat"/>
                <a:sym typeface="Montserrat"/>
              </a:rPr>
              <a:t>Solución de problemas en ingeniería</a:t>
            </a:r>
            <a:endParaRPr sz="2700">
              <a:solidFill>
                <a:srgbClr val="1D1D1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98" name="Google Shape;1898;p87"/>
          <p:cNvSpPr/>
          <p:nvPr/>
        </p:nvSpPr>
        <p:spPr>
          <a:xfrm>
            <a:off x="508000" y="939800"/>
            <a:ext cx="1905000" cy="736500"/>
          </a:xfrm>
          <a:prstGeom prst="roundRect">
            <a:avLst>
              <a:gd fmla="val 16667" name="adj"/>
            </a:avLst>
          </a:prstGeom>
          <a:solidFill>
            <a:srgbClr val="1D4036"/>
          </a:solidFill>
          <a:ln cap="flat" cmpd="sng" w="15250">
            <a:solidFill>
              <a:srgbClr val="1D40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PROBLEMA</a:t>
            </a:r>
            <a:endParaRPr b="1" sz="1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FÍSICO</a:t>
            </a:r>
            <a:endParaRPr b="1" sz="1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99" name="Google Shape;1899;p87"/>
          <p:cNvSpPr/>
          <p:nvPr/>
        </p:nvSpPr>
        <p:spPr>
          <a:xfrm>
            <a:off x="3619500" y="939800"/>
            <a:ext cx="1905000" cy="736500"/>
          </a:xfrm>
          <a:prstGeom prst="roundRect">
            <a:avLst>
              <a:gd fmla="val 16667" name="adj"/>
            </a:avLst>
          </a:prstGeom>
          <a:solidFill>
            <a:srgbClr val="F6E8D7"/>
          </a:solidFill>
          <a:ln cap="flat" cmpd="sng" w="15250">
            <a:solidFill>
              <a:srgbClr val="D381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1D1D1D"/>
                </a:solidFill>
                <a:latin typeface="Montserrat"/>
                <a:ea typeface="Montserrat"/>
                <a:cs typeface="Montserrat"/>
                <a:sym typeface="Montserrat"/>
              </a:rPr>
              <a:t>MODELO</a:t>
            </a:r>
            <a:endParaRPr b="1" sz="1600">
              <a:solidFill>
                <a:srgbClr val="1D1D1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1D1D1D"/>
                </a:solidFill>
                <a:latin typeface="Montserrat"/>
                <a:ea typeface="Montserrat"/>
                <a:cs typeface="Montserrat"/>
                <a:sym typeface="Montserrat"/>
              </a:rPr>
              <a:t>MATEMÁTICO</a:t>
            </a:r>
            <a:endParaRPr b="1" sz="1600">
              <a:solidFill>
                <a:srgbClr val="1D1D1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00" name="Google Shape;1900;p87"/>
          <p:cNvSpPr/>
          <p:nvPr/>
        </p:nvSpPr>
        <p:spPr>
          <a:xfrm>
            <a:off x="6731000" y="939800"/>
            <a:ext cx="1905000" cy="736500"/>
          </a:xfrm>
          <a:prstGeom prst="roundRect">
            <a:avLst>
              <a:gd fmla="val 16667" name="adj"/>
            </a:avLst>
          </a:prstGeom>
          <a:solidFill>
            <a:srgbClr val="4285F4"/>
          </a:solidFill>
          <a:ln cap="flat" cmpd="sng" w="152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PROBLEMA</a:t>
            </a:r>
            <a:endParaRPr b="1" sz="1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MATEMÁTICO</a:t>
            </a:r>
            <a:endParaRPr b="1" sz="1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901" name="Google Shape;1901;p87"/>
          <p:cNvCxnSpPr/>
          <p:nvPr/>
        </p:nvCxnSpPr>
        <p:spPr>
          <a:xfrm>
            <a:off x="2413000" y="1308100"/>
            <a:ext cx="1206600" cy="0"/>
          </a:xfrm>
          <a:prstGeom prst="straightConnector1">
            <a:avLst/>
          </a:prstGeom>
          <a:noFill/>
          <a:ln cap="flat" cmpd="sng" w="30475">
            <a:solidFill>
              <a:srgbClr val="D3812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02" name="Google Shape;1902;p87"/>
          <p:cNvCxnSpPr/>
          <p:nvPr/>
        </p:nvCxnSpPr>
        <p:spPr>
          <a:xfrm>
            <a:off x="5524500" y="1308100"/>
            <a:ext cx="1206600" cy="0"/>
          </a:xfrm>
          <a:prstGeom prst="straightConnector1">
            <a:avLst/>
          </a:prstGeom>
          <a:noFill/>
          <a:ln cap="flat" cmpd="sng" w="30475">
            <a:solidFill>
              <a:srgbClr val="D3812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03" name="Google Shape;1903;p87"/>
          <p:cNvSpPr txBox="1"/>
          <p:nvPr/>
        </p:nvSpPr>
        <p:spPr>
          <a:xfrm>
            <a:off x="2501900" y="1447800"/>
            <a:ext cx="1041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simplificar</a:t>
            </a:r>
            <a:endParaRPr sz="105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04" name="Google Shape;1904;p87"/>
          <p:cNvSpPr txBox="1"/>
          <p:nvPr/>
        </p:nvSpPr>
        <p:spPr>
          <a:xfrm>
            <a:off x="5613400" y="1447800"/>
            <a:ext cx="1041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formular</a:t>
            </a:r>
            <a:endParaRPr sz="105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8" name="Shape 1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9" name="Google Shape;1909;p88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910" name="Google Shape;1910;p88"/>
          <p:cNvSpPr txBox="1"/>
          <p:nvPr/>
        </p:nvSpPr>
        <p:spPr>
          <a:xfrm>
            <a:off x="457200" y="254000"/>
            <a:ext cx="8229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>
                <a:solidFill>
                  <a:srgbClr val="1D1D1D"/>
                </a:solidFill>
                <a:latin typeface="Montserrat"/>
                <a:ea typeface="Montserrat"/>
                <a:cs typeface="Montserrat"/>
                <a:sym typeface="Montserrat"/>
              </a:rPr>
              <a:t>Solución de problemas en ingeniería</a:t>
            </a:r>
            <a:endParaRPr sz="2700">
              <a:solidFill>
                <a:srgbClr val="1D1D1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1" name="Google Shape;1911;p88"/>
          <p:cNvSpPr/>
          <p:nvPr/>
        </p:nvSpPr>
        <p:spPr>
          <a:xfrm>
            <a:off x="508000" y="939800"/>
            <a:ext cx="1905000" cy="736500"/>
          </a:xfrm>
          <a:prstGeom prst="roundRect">
            <a:avLst>
              <a:gd fmla="val 16667" name="adj"/>
            </a:avLst>
          </a:prstGeom>
          <a:solidFill>
            <a:srgbClr val="1D4036"/>
          </a:solidFill>
          <a:ln cap="flat" cmpd="sng" w="15250">
            <a:solidFill>
              <a:srgbClr val="1D40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PROBLEMA</a:t>
            </a:r>
            <a:endParaRPr b="1" sz="1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FÍSICO</a:t>
            </a:r>
            <a:endParaRPr b="1" sz="1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2" name="Google Shape;1912;p88"/>
          <p:cNvSpPr/>
          <p:nvPr/>
        </p:nvSpPr>
        <p:spPr>
          <a:xfrm>
            <a:off x="3619500" y="939800"/>
            <a:ext cx="1905000" cy="736500"/>
          </a:xfrm>
          <a:prstGeom prst="roundRect">
            <a:avLst>
              <a:gd fmla="val 16667" name="adj"/>
            </a:avLst>
          </a:prstGeom>
          <a:solidFill>
            <a:srgbClr val="F6E8D7"/>
          </a:solidFill>
          <a:ln cap="flat" cmpd="sng" w="15250">
            <a:solidFill>
              <a:srgbClr val="D381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1D1D1D"/>
                </a:solidFill>
                <a:latin typeface="Montserrat"/>
                <a:ea typeface="Montserrat"/>
                <a:cs typeface="Montserrat"/>
                <a:sym typeface="Montserrat"/>
              </a:rPr>
              <a:t>MODELO</a:t>
            </a:r>
            <a:endParaRPr b="1" sz="1600">
              <a:solidFill>
                <a:srgbClr val="1D1D1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1D1D1D"/>
                </a:solidFill>
                <a:latin typeface="Montserrat"/>
                <a:ea typeface="Montserrat"/>
                <a:cs typeface="Montserrat"/>
                <a:sym typeface="Montserrat"/>
              </a:rPr>
              <a:t>MATEMÁTICO</a:t>
            </a:r>
            <a:endParaRPr b="1" sz="1600">
              <a:solidFill>
                <a:srgbClr val="1D1D1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3" name="Google Shape;1913;p88"/>
          <p:cNvSpPr/>
          <p:nvPr/>
        </p:nvSpPr>
        <p:spPr>
          <a:xfrm>
            <a:off x="6731000" y="939800"/>
            <a:ext cx="1905000" cy="736500"/>
          </a:xfrm>
          <a:prstGeom prst="roundRect">
            <a:avLst>
              <a:gd fmla="val 16667" name="adj"/>
            </a:avLst>
          </a:prstGeom>
          <a:solidFill>
            <a:srgbClr val="4285F4"/>
          </a:solidFill>
          <a:ln cap="flat" cmpd="sng" w="152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PROBLEMA</a:t>
            </a:r>
            <a:endParaRPr b="1" sz="1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MATEMÁTICO</a:t>
            </a:r>
            <a:endParaRPr b="1" sz="1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914" name="Google Shape;1914;p88"/>
          <p:cNvCxnSpPr/>
          <p:nvPr/>
        </p:nvCxnSpPr>
        <p:spPr>
          <a:xfrm>
            <a:off x="2413000" y="1308100"/>
            <a:ext cx="1206600" cy="0"/>
          </a:xfrm>
          <a:prstGeom prst="straightConnector1">
            <a:avLst/>
          </a:prstGeom>
          <a:noFill/>
          <a:ln cap="flat" cmpd="sng" w="30475">
            <a:solidFill>
              <a:srgbClr val="D3812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15" name="Google Shape;1915;p88"/>
          <p:cNvCxnSpPr/>
          <p:nvPr/>
        </p:nvCxnSpPr>
        <p:spPr>
          <a:xfrm>
            <a:off x="5524500" y="1308100"/>
            <a:ext cx="1206600" cy="0"/>
          </a:xfrm>
          <a:prstGeom prst="straightConnector1">
            <a:avLst/>
          </a:prstGeom>
          <a:noFill/>
          <a:ln cap="flat" cmpd="sng" w="30475">
            <a:solidFill>
              <a:srgbClr val="D3812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16" name="Google Shape;1916;p88"/>
          <p:cNvSpPr txBox="1"/>
          <p:nvPr/>
        </p:nvSpPr>
        <p:spPr>
          <a:xfrm>
            <a:off x="2501900" y="1447800"/>
            <a:ext cx="1041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simplificar</a:t>
            </a:r>
            <a:endParaRPr sz="105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7" name="Google Shape;1917;p88"/>
          <p:cNvSpPr txBox="1"/>
          <p:nvPr/>
        </p:nvSpPr>
        <p:spPr>
          <a:xfrm>
            <a:off x="5613400" y="1447800"/>
            <a:ext cx="1041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formular</a:t>
            </a:r>
            <a:endParaRPr sz="105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918" name="Google Shape;1918;p88"/>
          <p:cNvCxnSpPr/>
          <p:nvPr/>
        </p:nvCxnSpPr>
        <p:spPr>
          <a:xfrm>
            <a:off x="7683500" y="1676400"/>
            <a:ext cx="0" cy="4953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9" name="Google Shape;1919;p88"/>
          <p:cNvCxnSpPr/>
          <p:nvPr/>
        </p:nvCxnSpPr>
        <p:spPr>
          <a:xfrm>
            <a:off x="2387600" y="2171700"/>
            <a:ext cx="5295900" cy="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0" name="Google Shape;1920;p88"/>
          <p:cNvCxnSpPr/>
          <p:nvPr/>
        </p:nvCxnSpPr>
        <p:spPr>
          <a:xfrm>
            <a:off x="2387600" y="2171700"/>
            <a:ext cx="0" cy="3936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21" name="Google Shape;1921;p88"/>
          <p:cNvSpPr/>
          <p:nvPr/>
        </p:nvSpPr>
        <p:spPr>
          <a:xfrm>
            <a:off x="3505200" y="1981200"/>
            <a:ext cx="2095500" cy="368400"/>
          </a:xfrm>
          <a:prstGeom prst="roundRect">
            <a:avLst>
              <a:gd fmla="val 16667" name="adj"/>
            </a:avLst>
          </a:prstGeom>
          <a:solidFill>
            <a:srgbClr val="EFE4D8"/>
          </a:solidFill>
          <a:ln cap="flat" cmpd="sng" w="15250">
            <a:solidFill>
              <a:srgbClr val="1D40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ESTRATEGIAS DE SOLUCIÓN</a:t>
            </a:r>
            <a:endParaRPr b="1" sz="11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2" name="Google Shape;1922;p88"/>
          <p:cNvSpPr/>
          <p:nvPr/>
        </p:nvSpPr>
        <p:spPr>
          <a:xfrm>
            <a:off x="457200" y="2565400"/>
            <a:ext cx="3860700" cy="1854300"/>
          </a:xfrm>
          <a:prstGeom prst="roundRect">
            <a:avLst>
              <a:gd fmla="val 16667" name="adj"/>
            </a:avLst>
          </a:prstGeom>
          <a:solidFill>
            <a:srgbClr val="DEE9E4"/>
          </a:solidFill>
          <a:ln cap="flat" cmpd="sng" w="15250">
            <a:solidFill>
              <a:srgbClr val="1D40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3" name="Google Shape;1923;p88"/>
          <p:cNvSpPr/>
          <p:nvPr/>
        </p:nvSpPr>
        <p:spPr>
          <a:xfrm>
            <a:off x="457200" y="2565400"/>
            <a:ext cx="3860700" cy="431700"/>
          </a:xfrm>
          <a:prstGeom prst="roundRect">
            <a:avLst>
              <a:gd fmla="val 16667" name="adj"/>
            </a:avLst>
          </a:prstGeom>
          <a:solidFill>
            <a:srgbClr val="1D4036"/>
          </a:solidFill>
          <a:ln cap="flat" cmpd="sng" w="15250">
            <a:solidFill>
              <a:srgbClr val="1D40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SOLUCIÓN EXACTA</a:t>
            </a:r>
            <a:endParaRPr b="1" sz="1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4" name="Google Shape;1924;p88"/>
          <p:cNvSpPr txBox="1"/>
          <p:nvPr/>
        </p:nvSpPr>
        <p:spPr>
          <a:xfrm>
            <a:off x="685800" y="3098800"/>
            <a:ext cx="22860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MÉTODO ANALÍTICO</a:t>
            </a:r>
            <a:endParaRPr b="1" sz="11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5" name="Google Shape;1925;p88"/>
          <p:cNvSpPr txBox="1"/>
          <p:nvPr/>
        </p:nvSpPr>
        <p:spPr>
          <a:xfrm>
            <a:off x="685800" y="3314700"/>
            <a:ext cx="3174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1D1D1D"/>
                </a:solidFill>
                <a:latin typeface="Montserrat"/>
                <a:ea typeface="Montserrat"/>
                <a:cs typeface="Montserrat"/>
                <a:sym typeface="Montserrat"/>
              </a:rPr>
              <a:t>Busca una expresión cerrada.</a:t>
            </a:r>
            <a:endParaRPr sz="1200">
              <a:solidFill>
                <a:srgbClr val="1D1D1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6" name="Google Shape;1926;p88"/>
          <p:cNvSpPr txBox="1"/>
          <p:nvPr/>
        </p:nvSpPr>
        <p:spPr>
          <a:xfrm>
            <a:off x="685800" y="3581400"/>
            <a:ext cx="16509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50">
                <a:solidFill>
                  <a:srgbClr val="D38129"/>
                </a:solidFill>
                <a:latin typeface="Montserrat"/>
                <a:ea typeface="Montserrat"/>
                <a:cs typeface="Montserrat"/>
                <a:sym typeface="Montserrat"/>
              </a:rPr>
              <a:t>LIMITACIONES</a:t>
            </a:r>
            <a:endParaRPr b="1" sz="1050">
              <a:solidFill>
                <a:srgbClr val="D3812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7" name="Google Shape;1927;p88"/>
          <p:cNvSpPr txBox="1"/>
          <p:nvPr/>
        </p:nvSpPr>
        <p:spPr>
          <a:xfrm>
            <a:off x="546100" y="3733231"/>
            <a:ext cx="3555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200"/>
              <a:buFont typeface="Montserrat"/>
              <a:buChar char="●"/>
            </a:pPr>
            <a:r>
              <a:rPr lang="es" sz="1200">
                <a:solidFill>
                  <a:srgbClr val="1D1D1D"/>
                </a:solidFill>
                <a:latin typeface="Montserrat"/>
                <a:ea typeface="Montserrat"/>
                <a:cs typeface="Montserrat"/>
                <a:sym typeface="Montserrat"/>
              </a:rPr>
              <a:t>No siempre admite solución analítica.</a:t>
            </a:r>
            <a:endParaRPr sz="1200">
              <a:solidFill>
                <a:srgbClr val="1D1D1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s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Puede requerir simplificaciones.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s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Aplica solo a ciertos problemas.</a:t>
            </a:r>
            <a:endParaRPr sz="1200">
              <a:solidFill>
                <a:srgbClr val="1D1D1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1" name="Shape 1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2" name="Google Shape;1932;p89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933" name="Google Shape;1933;p89"/>
          <p:cNvSpPr txBox="1"/>
          <p:nvPr/>
        </p:nvSpPr>
        <p:spPr>
          <a:xfrm>
            <a:off x="457200" y="254000"/>
            <a:ext cx="8229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>
                <a:solidFill>
                  <a:srgbClr val="1D1D1D"/>
                </a:solidFill>
                <a:latin typeface="Montserrat"/>
                <a:ea typeface="Montserrat"/>
                <a:cs typeface="Montserrat"/>
                <a:sym typeface="Montserrat"/>
              </a:rPr>
              <a:t>Solución de problemas en ingeniería</a:t>
            </a:r>
            <a:endParaRPr sz="2700">
              <a:solidFill>
                <a:srgbClr val="1D1D1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34" name="Google Shape;1934;p89"/>
          <p:cNvSpPr/>
          <p:nvPr/>
        </p:nvSpPr>
        <p:spPr>
          <a:xfrm>
            <a:off x="508000" y="939800"/>
            <a:ext cx="1905000" cy="736500"/>
          </a:xfrm>
          <a:prstGeom prst="roundRect">
            <a:avLst>
              <a:gd fmla="val 16667" name="adj"/>
            </a:avLst>
          </a:prstGeom>
          <a:solidFill>
            <a:srgbClr val="1D4036"/>
          </a:solidFill>
          <a:ln cap="flat" cmpd="sng" w="15250">
            <a:solidFill>
              <a:srgbClr val="1D40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PROBLEMA</a:t>
            </a:r>
            <a:endParaRPr b="1" sz="1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FÍSICO</a:t>
            </a:r>
            <a:endParaRPr b="1" sz="1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35" name="Google Shape;1935;p89"/>
          <p:cNvSpPr/>
          <p:nvPr/>
        </p:nvSpPr>
        <p:spPr>
          <a:xfrm>
            <a:off x="3619500" y="939800"/>
            <a:ext cx="1905000" cy="736500"/>
          </a:xfrm>
          <a:prstGeom prst="roundRect">
            <a:avLst>
              <a:gd fmla="val 16667" name="adj"/>
            </a:avLst>
          </a:prstGeom>
          <a:solidFill>
            <a:srgbClr val="F6E8D7"/>
          </a:solidFill>
          <a:ln cap="flat" cmpd="sng" w="15250">
            <a:solidFill>
              <a:srgbClr val="D381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1D1D1D"/>
                </a:solidFill>
                <a:latin typeface="Montserrat"/>
                <a:ea typeface="Montserrat"/>
                <a:cs typeface="Montserrat"/>
                <a:sym typeface="Montserrat"/>
              </a:rPr>
              <a:t>MODELO</a:t>
            </a:r>
            <a:endParaRPr b="1" sz="1600">
              <a:solidFill>
                <a:srgbClr val="1D1D1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1D1D1D"/>
                </a:solidFill>
                <a:latin typeface="Montserrat"/>
                <a:ea typeface="Montserrat"/>
                <a:cs typeface="Montserrat"/>
                <a:sym typeface="Montserrat"/>
              </a:rPr>
              <a:t>MATEMÁTICO</a:t>
            </a:r>
            <a:endParaRPr b="1" sz="1600">
              <a:solidFill>
                <a:srgbClr val="1D1D1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36" name="Google Shape;1936;p89"/>
          <p:cNvSpPr/>
          <p:nvPr/>
        </p:nvSpPr>
        <p:spPr>
          <a:xfrm>
            <a:off x="6731000" y="939800"/>
            <a:ext cx="1905000" cy="736500"/>
          </a:xfrm>
          <a:prstGeom prst="roundRect">
            <a:avLst>
              <a:gd fmla="val 16667" name="adj"/>
            </a:avLst>
          </a:prstGeom>
          <a:solidFill>
            <a:srgbClr val="4285F4"/>
          </a:solidFill>
          <a:ln cap="flat" cmpd="sng" w="152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PROBLEMA</a:t>
            </a:r>
            <a:endParaRPr b="1" sz="1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MATEMÁTICO</a:t>
            </a:r>
            <a:endParaRPr b="1" sz="1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937" name="Google Shape;1937;p89"/>
          <p:cNvCxnSpPr/>
          <p:nvPr/>
        </p:nvCxnSpPr>
        <p:spPr>
          <a:xfrm>
            <a:off x="2413000" y="1308100"/>
            <a:ext cx="1206600" cy="0"/>
          </a:xfrm>
          <a:prstGeom prst="straightConnector1">
            <a:avLst/>
          </a:prstGeom>
          <a:noFill/>
          <a:ln cap="flat" cmpd="sng" w="30475">
            <a:solidFill>
              <a:srgbClr val="D3812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38" name="Google Shape;1938;p89"/>
          <p:cNvCxnSpPr/>
          <p:nvPr/>
        </p:nvCxnSpPr>
        <p:spPr>
          <a:xfrm>
            <a:off x="5524500" y="1308100"/>
            <a:ext cx="1206600" cy="0"/>
          </a:xfrm>
          <a:prstGeom prst="straightConnector1">
            <a:avLst/>
          </a:prstGeom>
          <a:noFill/>
          <a:ln cap="flat" cmpd="sng" w="30475">
            <a:solidFill>
              <a:srgbClr val="D3812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39" name="Google Shape;1939;p89"/>
          <p:cNvSpPr txBox="1"/>
          <p:nvPr/>
        </p:nvSpPr>
        <p:spPr>
          <a:xfrm>
            <a:off x="2501900" y="1447800"/>
            <a:ext cx="1041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simplificar</a:t>
            </a:r>
            <a:endParaRPr sz="105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40" name="Google Shape;1940;p89"/>
          <p:cNvSpPr txBox="1"/>
          <p:nvPr/>
        </p:nvSpPr>
        <p:spPr>
          <a:xfrm>
            <a:off x="5613400" y="1447800"/>
            <a:ext cx="1041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formular</a:t>
            </a:r>
            <a:endParaRPr sz="105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941" name="Google Shape;1941;p89"/>
          <p:cNvCxnSpPr/>
          <p:nvPr/>
        </p:nvCxnSpPr>
        <p:spPr>
          <a:xfrm>
            <a:off x="7683500" y="1676400"/>
            <a:ext cx="0" cy="4953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2" name="Google Shape;1942;p89"/>
          <p:cNvCxnSpPr/>
          <p:nvPr/>
        </p:nvCxnSpPr>
        <p:spPr>
          <a:xfrm>
            <a:off x="2387600" y="2171700"/>
            <a:ext cx="5295900" cy="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3" name="Google Shape;1943;p89"/>
          <p:cNvCxnSpPr/>
          <p:nvPr/>
        </p:nvCxnSpPr>
        <p:spPr>
          <a:xfrm>
            <a:off x="2387600" y="2171700"/>
            <a:ext cx="0" cy="3936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4" name="Google Shape;1944;p89"/>
          <p:cNvCxnSpPr/>
          <p:nvPr/>
        </p:nvCxnSpPr>
        <p:spPr>
          <a:xfrm>
            <a:off x="6578600" y="2171700"/>
            <a:ext cx="0" cy="3936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45" name="Google Shape;1945;p89"/>
          <p:cNvSpPr/>
          <p:nvPr/>
        </p:nvSpPr>
        <p:spPr>
          <a:xfrm>
            <a:off x="3505200" y="1981200"/>
            <a:ext cx="2095500" cy="368400"/>
          </a:xfrm>
          <a:prstGeom prst="roundRect">
            <a:avLst>
              <a:gd fmla="val 16667" name="adj"/>
            </a:avLst>
          </a:prstGeom>
          <a:solidFill>
            <a:srgbClr val="EFE4D8"/>
          </a:solidFill>
          <a:ln cap="flat" cmpd="sng" w="15250">
            <a:solidFill>
              <a:srgbClr val="1D40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ESTRATEGIAS DE SOLUCIÓN</a:t>
            </a:r>
            <a:endParaRPr b="1" sz="11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46" name="Google Shape;1946;p89"/>
          <p:cNvSpPr/>
          <p:nvPr/>
        </p:nvSpPr>
        <p:spPr>
          <a:xfrm>
            <a:off x="457200" y="2565400"/>
            <a:ext cx="3860700" cy="1854300"/>
          </a:xfrm>
          <a:prstGeom prst="roundRect">
            <a:avLst>
              <a:gd fmla="val 16667" name="adj"/>
            </a:avLst>
          </a:prstGeom>
          <a:solidFill>
            <a:srgbClr val="DEE9E4"/>
          </a:solidFill>
          <a:ln cap="flat" cmpd="sng" w="15250">
            <a:solidFill>
              <a:srgbClr val="1D40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47" name="Google Shape;1947;p89"/>
          <p:cNvSpPr/>
          <p:nvPr/>
        </p:nvSpPr>
        <p:spPr>
          <a:xfrm>
            <a:off x="457200" y="2565400"/>
            <a:ext cx="3860700" cy="431700"/>
          </a:xfrm>
          <a:prstGeom prst="roundRect">
            <a:avLst>
              <a:gd fmla="val 16667" name="adj"/>
            </a:avLst>
          </a:prstGeom>
          <a:solidFill>
            <a:srgbClr val="1D4036"/>
          </a:solidFill>
          <a:ln cap="flat" cmpd="sng" w="15250">
            <a:solidFill>
              <a:srgbClr val="1D40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SOLUCIÓN EXACTA</a:t>
            </a:r>
            <a:endParaRPr b="1" sz="1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48" name="Google Shape;1948;p89"/>
          <p:cNvSpPr txBox="1"/>
          <p:nvPr/>
        </p:nvSpPr>
        <p:spPr>
          <a:xfrm>
            <a:off x="685800" y="3098800"/>
            <a:ext cx="22860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MÉTODO ANALÍTICO</a:t>
            </a:r>
            <a:endParaRPr b="1" sz="11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49" name="Google Shape;1949;p89"/>
          <p:cNvSpPr txBox="1"/>
          <p:nvPr/>
        </p:nvSpPr>
        <p:spPr>
          <a:xfrm>
            <a:off x="685800" y="3314700"/>
            <a:ext cx="3174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1D1D1D"/>
                </a:solidFill>
                <a:latin typeface="Montserrat"/>
                <a:ea typeface="Montserrat"/>
                <a:cs typeface="Montserrat"/>
                <a:sym typeface="Montserrat"/>
              </a:rPr>
              <a:t>Busca una expresión cerrada.</a:t>
            </a:r>
            <a:endParaRPr sz="1200">
              <a:solidFill>
                <a:srgbClr val="1D1D1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50" name="Google Shape;1950;p89"/>
          <p:cNvSpPr txBox="1"/>
          <p:nvPr/>
        </p:nvSpPr>
        <p:spPr>
          <a:xfrm>
            <a:off x="685800" y="3581400"/>
            <a:ext cx="16509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50">
                <a:solidFill>
                  <a:srgbClr val="D38129"/>
                </a:solidFill>
                <a:latin typeface="Montserrat"/>
                <a:ea typeface="Montserrat"/>
                <a:cs typeface="Montserrat"/>
                <a:sym typeface="Montserrat"/>
              </a:rPr>
              <a:t>LIMITACIONES</a:t>
            </a:r>
            <a:endParaRPr b="1" sz="1050">
              <a:solidFill>
                <a:srgbClr val="D3812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51" name="Google Shape;1951;p89"/>
          <p:cNvSpPr txBox="1"/>
          <p:nvPr/>
        </p:nvSpPr>
        <p:spPr>
          <a:xfrm>
            <a:off x="546100" y="3733231"/>
            <a:ext cx="3555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200"/>
              <a:buFont typeface="Montserrat"/>
              <a:buChar char="●"/>
            </a:pPr>
            <a:r>
              <a:rPr lang="es" sz="1200">
                <a:solidFill>
                  <a:srgbClr val="1D1D1D"/>
                </a:solidFill>
                <a:latin typeface="Montserrat"/>
                <a:ea typeface="Montserrat"/>
                <a:cs typeface="Montserrat"/>
                <a:sym typeface="Montserrat"/>
              </a:rPr>
              <a:t>No siempre admite solución analítica.</a:t>
            </a:r>
            <a:endParaRPr sz="1200">
              <a:solidFill>
                <a:srgbClr val="1D1D1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s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Puede requerir simplificaciones.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s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Aplica solo a ciertos problemas.</a:t>
            </a:r>
            <a:endParaRPr sz="1200">
              <a:solidFill>
                <a:srgbClr val="1D1D1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52" name="Google Shape;1952;p89"/>
          <p:cNvSpPr/>
          <p:nvPr/>
        </p:nvSpPr>
        <p:spPr>
          <a:xfrm>
            <a:off x="4470400" y="2565400"/>
            <a:ext cx="4216500" cy="2153700"/>
          </a:xfrm>
          <a:prstGeom prst="roundRect">
            <a:avLst>
              <a:gd fmla="val 8570" name="adj"/>
            </a:avLst>
          </a:prstGeom>
          <a:solidFill>
            <a:srgbClr val="F6E8D7"/>
          </a:solidFill>
          <a:ln cap="flat" cmpd="sng" w="15250">
            <a:solidFill>
              <a:srgbClr val="D381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53" name="Google Shape;1953;p89"/>
          <p:cNvSpPr/>
          <p:nvPr/>
        </p:nvSpPr>
        <p:spPr>
          <a:xfrm>
            <a:off x="4470400" y="2565400"/>
            <a:ext cx="4216500" cy="431700"/>
          </a:xfrm>
          <a:prstGeom prst="roundRect">
            <a:avLst>
              <a:gd fmla="val 16667" name="adj"/>
            </a:avLst>
          </a:prstGeom>
          <a:solidFill>
            <a:srgbClr val="D38129"/>
          </a:solidFill>
          <a:ln cap="flat" cmpd="sng" w="15250">
            <a:solidFill>
              <a:srgbClr val="D381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SOLUCIÓN APROXIMADA</a:t>
            </a:r>
            <a:endParaRPr b="1" sz="1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54" name="Google Shape;1954;p89"/>
          <p:cNvSpPr/>
          <p:nvPr/>
        </p:nvSpPr>
        <p:spPr>
          <a:xfrm>
            <a:off x="4648200" y="3111500"/>
            <a:ext cx="1422300" cy="1155600"/>
          </a:xfrm>
          <a:prstGeom prst="roundRect">
            <a:avLst>
              <a:gd fmla="val 16667" name="adj"/>
            </a:avLst>
          </a:prstGeom>
          <a:solidFill>
            <a:srgbClr val="EFE4D8"/>
          </a:solidFill>
          <a:ln cap="flat" cmpd="sng" w="15250">
            <a:solidFill>
              <a:srgbClr val="D381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55" name="Google Shape;1955;p89"/>
          <p:cNvSpPr txBox="1"/>
          <p:nvPr/>
        </p:nvSpPr>
        <p:spPr>
          <a:xfrm>
            <a:off x="4749800" y="3187700"/>
            <a:ext cx="12192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D38129"/>
                </a:solidFill>
                <a:latin typeface="Montserrat"/>
                <a:ea typeface="Montserrat"/>
                <a:cs typeface="Montserrat"/>
                <a:sym typeface="Montserrat"/>
              </a:rPr>
              <a:t>GRÁFICOS</a:t>
            </a:r>
            <a:endParaRPr b="1" sz="1200">
              <a:solidFill>
                <a:srgbClr val="D3812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56" name="Google Shape;1956;p89"/>
          <p:cNvSpPr/>
          <p:nvPr/>
        </p:nvSpPr>
        <p:spPr>
          <a:xfrm>
            <a:off x="6184900" y="3111500"/>
            <a:ext cx="2324100" cy="1501500"/>
          </a:xfrm>
          <a:prstGeom prst="roundRect">
            <a:avLst>
              <a:gd fmla="val 11052" name="adj"/>
            </a:avLst>
          </a:prstGeom>
          <a:solidFill>
            <a:srgbClr val="FFFFFF"/>
          </a:solidFill>
          <a:ln cap="flat" cmpd="sng" w="15250">
            <a:solidFill>
              <a:srgbClr val="1D40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57" name="Google Shape;1957;p89"/>
          <p:cNvSpPr txBox="1"/>
          <p:nvPr/>
        </p:nvSpPr>
        <p:spPr>
          <a:xfrm>
            <a:off x="6299200" y="3187700"/>
            <a:ext cx="20955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NUMÉRICOS</a:t>
            </a:r>
            <a:endParaRPr b="1" sz="12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58" name="Google Shape;1958;p89"/>
          <p:cNvSpPr txBox="1"/>
          <p:nvPr/>
        </p:nvSpPr>
        <p:spPr>
          <a:xfrm>
            <a:off x="6183200" y="3950958"/>
            <a:ext cx="24528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200"/>
              <a:buFont typeface="Montserrat"/>
              <a:buChar char="●"/>
            </a:pPr>
            <a:r>
              <a:rPr lang="es" sz="1200">
                <a:solidFill>
                  <a:srgbClr val="1D1D1D"/>
                </a:solidFill>
                <a:latin typeface="Montserrat"/>
                <a:ea typeface="Montserrat"/>
                <a:cs typeface="Montserrat"/>
                <a:sym typeface="Montserrat"/>
              </a:rPr>
              <a:t>Buenas aproximaciones</a:t>
            </a:r>
            <a:endParaRPr sz="1200">
              <a:solidFill>
                <a:srgbClr val="1D1D1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200"/>
              <a:buFont typeface="Montserrat"/>
              <a:buChar char="●"/>
            </a:pPr>
            <a:r>
              <a:rPr lang="es" sz="1200">
                <a:solidFill>
                  <a:srgbClr val="1D1D1D"/>
                </a:solidFill>
                <a:latin typeface="Montserrat"/>
                <a:ea typeface="Montserrat"/>
                <a:cs typeface="Montserrat"/>
                <a:sym typeface="Montserrat"/>
              </a:rPr>
              <a:t>Rapidez</a:t>
            </a:r>
            <a:endParaRPr sz="1200">
              <a:solidFill>
                <a:srgbClr val="1D1D1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200"/>
              <a:buFont typeface="Montserrat"/>
              <a:buChar char="●"/>
            </a:pPr>
            <a:r>
              <a:rPr lang="es" sz="1200">
                <a:solidFill>
                  <a:srgbClr val="1D1D1D"/>
                </a:solidFill>
                <a:latin typeface="Montserrat"/>
                <a:ea typeface="Montserrat"/>
                <a:cs typeface="Montserrat"/>
                <a:sym typeface="Montserrat"/>
              </a:rPr>
              <a:t>Problemas complejos</a:t>
            </a:r>
            <a:endParaRPr sz="1200">
              <a:solidFill>
                <a:srgbClr val="1D1D1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59" name="Google Shape;1959;p89"/>
          <p:cNvSpPr txBox="1"/>
          <p:nvPr/>
        </p:nvSpPr>
        <p:spPr>
          <a:xfrm>
            <a:off x="4648300" y="3467100"/>
            <a:ext cx="14223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1D1D1D"/>
                </a:solidFill>
                <a:latin typeface="Montserrat"/>
                <a:ea typeface="Montserrat"/>
                <a:cs typeface="Montserrat"/>
                <a:sym typeface="Montserrat"/>
              </a:rPr>
              <a:t>Exploran.</a:t>
            </a:r>
            <a:endParaRPr sz="1200">
              <a:solidFill>
                <a:srgbClr val="1D1D1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1D1D1D"/>
                </a:solidFill>
                <a:latin typeface="Montserrat"/>
                <a:ea typeface="Montserrat"/>
                <a:cs typeface="Montserrat"/>
                <a:sym typeface="Montserrat"/>
              </a:rPr>
              <a:t>Poco precisos.</a:t>
            </a:r>
            <a:endParaRPr sz="1200">
              <a:solidFill>
                <a:srgbClr val="1D1D1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1D1D1D"/>
                </a:solidFill>
                <a:latin typeface="Montserrat"/>
                <a:ea typeface="Montserrat"/>
                <a:cs typeface="Montserrat"/>
                <a:sym typeface="Montserrat"/>
              </a:rPr>
              <a:t>Tediosos.</a:t>
            </a:r>
            <a:endParaRPr sz="1200">
              <a:solidFill>
                <a:srgbClr val="1D1D1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60" name="Google Shape;1960;p89"/>
          <p:cNvSpPr/>
          <p:nvPr/>
        </p:nvSpPr>
        <p:spPr>
          <a:xfrm>
            <a:off x="6311900" y="3467100"/>
            <a:ext cx="800100" cy="254100"/>
          </a:xfrm>
          <a:prstGeom prst="roundRect">
            <a:avLst>
              <a:gd fmla="val 16667" name="adj"/>
            </a:avLst>
          </a:prstGeom>
          <a:solidFill>
            <a:srgbClr val="EFE4D8"/>
          </a:solidFill>
          <a:ln cap="flat" cmpd="sng" w="139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5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Manual</a:t>
            </a:r>
            <a:endParaRPr b="1" sz="105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61" name="Google Shape;1961;p89"/>
          <p:cNvSpPr/>
          <p:nvPr/>
        </p:nvSpPr>
        <p:spPr>
          <a:xfrm>
            <a:off x="7200900" y="3467100"/>
            <a:ext cx="1193700" cy="254100"/>
          </a:xfrm>
          <a:prstGeom prst="roundRect">
            <a:avLst>
              <a:gd fmla="val 16667" name="adj"/>
            </a:avLst>
          </a:prstGeom>
          <a:solidFill>
            <a:srgbClr val="1D4036"/>
          </a:solidFill>
          <a:ln cap="flat" cmpd="sng" w="13975">
            <a:solidFill>
              <a:srgbClr val="1D40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Computadora</a:t>
            </a:r>
            <a:endParaRPr b="1" sz="1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5" name="Shape 1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" name="Google Shape;1966;p90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967" name="Google Shape;1967;p90"/>
          <p:cNvSpPr txBox="1"/>
          <p:nvPr/>
        </p:nvSpPr>
        <p:spPr>
          <a:xfrm>
            <a:off x="457200" y="228600"/>
            <a:ext cx="8229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>
                <a:solidFill>
                  <a:srgbClr val="1D1D1D"/>
                </a:solidFill>
                <a:latin typeface="Montserrat"/>
                <a:ea typeface="Montserrat"/>
                <a:cs typeface="Montserrat"/>
                <a:sym typeface="Montserrat"/>
              </a:rPr>
              <a:t>Solución de problemas en ingeniería</a:t>
            </a:r>
            <a:endParaRPr sz="2700">
              <a:solidFill>
                <a:srgbClr val="1D1D1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68" name="Google Shape;1968;p90"/>
          <p:cNvSpPr/>
          <p:nvPr/>
        </p:nvSpPr>
        <p:spPr>
          <a:xfrm>
            <a:off x="457200" y="812800"/>
            <a:ext cx="8229600" cy="368400"/>
          </a:xfrm>
          <a:prstGeom prst="roundRect">
            <a:avLst>
              <a:gd fmla="val 16667" name="adj"/>
            </a:avLst>
          </a:prstGeom>
          <a:solidFill>
            <a:srgbClr val="EFE4D8"/>
          </a:solidFill>
          <a:ln cap="flat" cmpd="sng" w="152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69" name="Google Shape;1969;p90"/>
          <p:cNvSpPr txBox="1"/>
          <p:nvPr/>
        </p:nvSpPr>
        <p:spPr>
          <a:xfrm>
            <a:off x="660400" y="838200"/>
            <a:ext cx="78231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50">
                <a:solidFill>
                  <a:srgbClr val="1D1D1D"/>
                </a:solidFill>
                <a:latin typeface="Montserrat"/>
                <a:ea typeface="Montserrat"/>
                <a:cs typeface="Montserrat"/>
                <a:sym typeface="Montserrat"/>
              </a:rPr>
              <a:t>El tamaño de cada recuadro indica la importancia de la etapa.</a:t>
            </a:r>
            <a:endParaRPr sz="1250">
              <a:solidFill>
                <a:srgbClr val="1D1D1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0" name="Google Shape;1970;p90"/>
          <p:cNvSpPr/>
          <p:nvPr/>
        </p:nvSpPr>
        <p:spPr>
          <a:xfrm>
            <a:off x="457200" y="1308100"/>
            <a:ext cx="3962400" cy="381000"/>
          </a:xfrm>
          <a:prstGeom prst="roundRect">
            <a:avLst>
              <a:gd fmla="val 16667" name="adj"/>
            </a:avLst>
          </a:prstGeom>
          <a:solidFill>
            <a:srgbClr val="1D4036"/>
          </a:solidFill>
          <a:ln cap="flat" cmpd="sng" w="15250">
            <a:solidFill>
              <a:srgbClr val="1D40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5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a) ERA ANTERIOR A LAS COMPUTADORAS</a:t>
            </a:r>
            <a:endParaRPr b="1" sz="125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1" name="Google Shape;1971;p90"/>
          <p:cNvSpPr/>
          <p:nvPr/>
        </p:nvSpPr>
        <p:spPr>
          <a:xfrm>
            <a:off x="4724400" y="1308100"/>
            <a:ext cx="3962400" cy="381000"/>
          </a:xfrm>
          <a:prstGeom prst="roundRect">
            <a:avLst>
              <a:gd fmla="val 16667" name="adj"/>
            </a:avLst>
          </a:prstGeom>
          <a:solidFill>
            <a:srgbClr val="D38129"/>
          </a:solidFill>
          <a:ln cap="flat" cmpd="sng" w="15250">
            <a:solidFill>
              <a:srgbClr val="D381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5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b) ERA DE LAS COMPUTADORAS</a:t>
            </a:r>
            <a:endParaRPr b="1" sz="125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2" name="Google Shape;1972;p90"/>
          <p:cNvSpPr/>
          <p:nvPr/>
        </p:nvSpPr>
        <p:spPr>
          <a:xfrm>
            <a:off x="457200" y="1790700"/>
            <a:ext cx="3962400" cy="558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50">
            <a:solidFill>
              <a:srgbClr val="1D40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3" name="Google Shape;1973;p90"/>
          <p:cNvSpPr txBox="1"/>
          <p:nvPr/>
        </p:nvSpPr>
        <p:spPr>
          <a:xfrm>
            <a:off x="635000" y="1841500"/>
            <a:ext cx="3606900" cy="1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5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FORMULACIÓN</a:t>
            </a:r>
            <a:endParaRPr b="1" sz="105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4" name="Google Shape;1974;p90"/>
          <p:cNvSpPr txBox="1"/>
          <p:nvPr/>
        </p:nvSpPr>
        <p:spPr>
          <a:xfrm>
            <a:off x="635000" y="1993900"/>
            <a:ext cx="36069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1D1D1D"/>
                </a:solidFill>
                <a:latin typeface="Montserrat"/>
                <a:ea typeface="Montserrat"/>
                <a:cs typeface="Montserrat"/>
                <a:sym typeface="Montserrat"/>
              </a:rPr>
              <a:t>Leyes fundamentales explicadas brevemente.</a:t>
            </a:r>
            <a:endParaRPr sz="1200">
              <a:solidFill>
                <a:srgbClr val="1D1D1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5" name="Google Shape;1975;p90"/>
          <p:cNvSpPr/>
          <p:nvPr/>
        </p:nvSpPr>
        <p:spPr>
          <a:xfrm>
            <a:off x="457200" y="2540000"/>
            <a:ext cx="3962400" cy="9525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5250">
            <a:solidFill>
              <a:srgbClr val="1D40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6" name="Google Shape;1976;p90"/>
          <p:cNvSpPr txBox="1"/>
          <p:nvPr/>
        </p:nvSpPr>
        <p:spPr>
          <a:xfrm>
            <a:off x="635000" y="2590800"/>
            <a:ext cx="3606900" cy="1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5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SOLUCIÓN</a:t>
            </a:r>
            <a:endParaRPr b="1" sz="105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7" name="Google Shape;1977;p90"/>
          <p:cNvSpPr txBox="1"/>
          <p:nvPr/>
        </p:nvSpPr>
        <p:spPr>
          <a:xfrm>
            <a:off x="635000" y="2743200"/>
            <a:ext cx="36069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50">
                <a:solidFill>
                  <a:srgbClr val="1D1D1D"/>
                </a:solidFill>
                <a:latin typeface="Montserrat"/>
                <a:ea typeface="Montserrat"/>
                <a:cs typeface="Montserrat"/>
                <a:sym typeface="Montserrat"/>
              </a:rPr>
              <a:t>Métodos muy elaborados y con frecuencia complicados para hacer manejable el problema.</a:t>
            </a:r>
            <a:endParaRPr sz="1250">
              <a:solidFill>
                <a:srgbClr val="1D1D1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8" name="Google Shape;1978;p90"/>
          <p:cNvSpPr/>
          <p:nvPr/>
        </p:nvSpPr>
        <p:spPr>
          <a:xfrm>
            <a:off x="457200" y="3670300"/>
            <a:ext cx="3962400" cy="736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50">
            <a:solidFill>
              <a:srgbClr val="1D40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9" name="Google Shape;1979;p90"/>
          <p:cNvSpPr txBox="1"/>
          <p:nvPr/>
        </p:nvSpPr>
        <p:spPr>
          <a:xfrm>
            <a:off x="635000" y="3721100"/>
            <a:ext cx="3606900" cy="1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5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INTERPRETACIÓN</a:t>
            </a:r>
            <a:endParaRPr b="1" sz="105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0" name="Google Shape;1980;p90"/>
          <p:cNvSpPr txBox="1"/>
          <p:nvPr/>
        </p:nvSpPr>
        <p:spPr>
          <a:xfrm>
            <a:off x="635000" y="3873500"/>
            <a:ext cx="36069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50">
                <a:solidFill>
                  <a:srgbClr val="1D1D1D"/>
                </a:solidFill>
                <a:latin typeface="Montserrat"/>
                <a:ea typeface="Montserrat"/>
                <a:cs typeface="Montserrat"/>
                <a:sym typeface="Montserrat"/>
              </a:rPr>
              <a:t>Análisis profundo, limitado por una solución que consume tiempo.</a:t>
            </a:r>
            <a:endParaRPr sz="1250">
              <a:solidFill>
                <a:srgbClr val="1D1D1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1" name="Google Shape;1981;p90"/>
          <p:cNvSpPr/>
          <p:nvPr/>
        </p:nvSpPr>
        <p:spPr>
          <a:xfrm>
            <a:off x="4724400" y="1790700"/>
            <a:ext cx="3962400" cy="9144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5250">
            <a:solidFill>
              <a:srgbClr val="D381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2" name="Google Shape;1982;p90"/>
          <p:cNvSpPr txBox="1"/>
          <p:nvPr/>
        </p:nvSpPr>
        <p:spPr>
          <a:xfrm>
            <a:off x="4902200" y="1841500"/>
            <a:ext cx="3606900" cy="1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50">
                <a:solidFill>
                  <a:srgbClr val="D38129"/>
                </a:solidFill>
                <a:latin typeface="Montserrat"/>
                <a:ea typeface="Montserrat"/>
                <a:cs typeface="Montserrat"/>
                <a:sym typeface="Montserrat"/>
              </a:rPr>
              <a:t>FORMULACIÓN</a:t>
            </a:r>
            <a:endParaRPr b="1" sz="1050">
              <a:solidFill>
                <a:srgbClr val="D3812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3" name="Google Shape;1983;p90"/>
          <p:cNvSpPr txBox="1"/>
          <p:nvPr/>
        </p:nvSpPr>
        <p:spPr>
          <a:xfrm>
            <a:off x="4902200" y="1993900"/>
            <a:ext cx="3606900" cy="6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50">
                <a:solidFill>
                  <a:srgbClr val="1D1D1D"/>
                </a:solidFill>
                <a:latin typeface="Montserrat"/>
                <a:ea typeface="Montserrat"/>
                <a:cs typeface="Montserrat"/>
                <a:sym typeface="Montserrat"/>
              </a:rPr>
              <a:t>Exposición profunda de la relación del problema con las leyes fundamentales.</a:t>
            </a:r>
            <a:endParaRPr sz="1250">
              <a:solidFill>
                <a:srgbClr val="1D1D1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4" name="Google Shape;1984;p90"/>
          <p:cNvSpPr/>
          <p:nvPr/>
        </p:nvSpPr>
        <p:spPr>
          <a:xfrm>
            <a:off x="4724400" y="2882900"/>
            <a:ext cx="3962400" cy="584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50">
            <a:solidFill>
              <a:srgbClr val="D381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5" name="Google Shape;1985;p90"/>
          <p:cNvSpPr txBox="1"/>
          <p:nvPr/>
        </p:nvSpPr>
        <p:spPr>
          <a:xfrm>
            <a:off x="4902200" y="2933700"/>
            <a:ext cx="3606900" cy="1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50">
                <a:solidFill>
                  <a:srgbClr val="D38129"/>
                </a:solidFill>
                <a:latin typeface="Montserrat"/>
                <a:ea typeface="Montserrat"/>
                <a:cs typeface="Montserrat"/>
                <a:sym typeface="Montserrat"/>
              </a:rPr>
              <a:t>SOLUCIÓN</a:t>
            </a:r>
            <a:endParaRPr b="1" sz="1050">
              <a:solidFill>
                <a:srgbClr val="D3812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6" name="Google Shape;1986;p90"/>
          <p:cNvSpPr txBox="1"/>
          <p:nvPr/>
        </p:nvSpPr>
        <p:spPr>
          <a:xfrm>
            <a:off x="4902200" y="3086100"/>
            <a:ext cx="3606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50">
                <a:solidFill>
                  <a:srgbClr val="1D1D1D"/>
                </a:solidFill>
                <a:latin typeface="Montserrat"/>
                <a:ea typeface="Montserrat"/>
                <a:cs typeface="Montserrat"/>
                <a:sym typeface="Montserrat"/>
              </a:rPr>
              <a:t>Método computacional fácil de usar.</a:t>
            </a:r>
            <a:endParaRPr sz="1250">
              <a:solidFill>
                <a:srgbClr val="1D1D1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7" name="Google Shape;1987;p90"/>
          <p:cNvSpPr/>
          <p:nvPr/>
        </p:nvSpPr>
        <p:spPr>
          <a:xfrm>
            <a:off x="4724400" y="3644900"/>
            <a:ext cx="3962400" cy="7620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5250">
            <a:solidFill>
              <a:srgbClr val="D381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8" name="Google Shape;1988;p90"/>
          <p:cNvSpPr txBox="1"/>
          <p:nvPr/>
        </p:nvSpPr>
        <p:spPr>
          <a:xfrm>
            <a:off x="4902200" y="3695700"/>
            <a:ext cx="3606900" cy="1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50">
                <a:solidFill>
                  <a:srgbClr val="D38129"/>
                </a:solidFill>
                <a:latin typeface="Montserrat"/>
                <a:ea typeface="Montserrat"/>
                <a:cs typeface="Montserrat"/>
                <a:sym typeface="Montserrat"/>
              </a:rPr>
              <a:t>INTERPRETACIÓN</a:t>
            </a:r>
            <a:endParaRPr b="1" sz="1050">
              <a:solidFill>
                <a:srgbClr val="D3812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9" name="Google Shape;1989;p90"/>
          <p:cNvSpPr txBox="1"/>
          <p:nvPr/>
        </p:nvSpPr>
        <p:spPr>
          <a:xfrm>
            <a:off x="4902200" y="3848100"/>
            <a:ext cx="36069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1D1D1D"/>
                </a:solidFill>
                <a:latin typeface="Montserrat"/>
                <a:ea typeface="Montserrat"/>
                <a:cs typeface="Montserrat"/>
                <a:sym typeface="Montserrat"/>
              </a:rPr>
              <a:t>Facilita una visión integral, desarrolla la intuición y permite estudiar la sensibilidad y el comportamiento del sistema.</a:t>
            </a:r>
            <a:endParaRPr sz="1200">
              <a:solidFill>
                <a:srgbClr val="1D1D1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90" name="Google Shape;1990;p90"/>
          <p:cNvSpPr/>
          <p:nvPr/>
        </p:nvSpPr>
        <p:spPr>
          <a:xfrm>
            <a:off x="2374900" y="2374900"/>
            <a:ext cx="126900" cy="1269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1D40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91" name="Google Shape;1991;p90"/>
          <p:cNvSpPr/>
          <p:nvPr/>
        </p:nvSpPr>
        <p:spPr>
          <a:xfrm>
            <a:off x="2374900" y="3517900"/>
            <a:ext cx="126900" cy="1269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1D40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92" name="Google Shape;1992;p90"/>
          <p:cNvSpPr/>
          <p:nvPr/>
        </p:nvSpPr>
        <p:spPr>
          <a:xfrm>
            <a:off x="6642100" y="2730500"/>
            <a:ext cx="126900" cy="1269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381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93" name="Google Shape;1993;p90"/>
          <p:cNvSpPr/>
          <p:nvPr/>
        </p:nvSpPr>
        <p:spPr>
          <a:xfrm>
            <a:off x="6642100" y="3492500"/>
            <a:ext cx="126900" cy="1269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381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7" name="Shape 1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8" name="Google Shape;1998;p9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Dígitos significativos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99" name="Google Shape;1999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8950" y="2090850"/>
            <a:ext cx="4408074" cy="289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0" name="Google Shape;2000;p91"/>
          <p:cNvSpPr txBox="1"/>
          <p:nvPr/>
        </p:nvSpPr>
        <p:spPr>
          <a:xfrm>
            <a:off x="545700" y="969575"/>
            <a:ext cx="8067600" cy="12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</a:rPr>
              <a:t>Las cifras o dígitos significativos: son aquellas que pueden usarse en forma confiable: el número de dígitos certeros, más uno estimado. Comienzan con el dígito distinto de cero del extremo izquierdo y terminan con el dígito correcto del extremo derecho, incluyendo los ceros finales que son exactos.</a:t>
            </a:r>
            <a:endParaRPr sz="1100"/>
          </a:p>
        </p:txBody>
      </p:sp>
      <p:sp>
        <p:nvSpPr>
          <p:cNvPr id="2001" name="Google Shape;2001;p91"/>
          <p:cNvSpPr txBox="1"/>
          <p:nvPr/>
        </p:nvSpPr>
        <p:spPr>
          <a:xfrm>
            <a:off x="5613275" y="2571750"/>
            <a:ext cx="3000000" cy="16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">
                <a:solidFill>
                  <a:schemeClr val="dk1"/>
                </a:solidFill>
              </a:rPr>
              <a:t>Ej. 87324.45 este número tiene una cantidad de siete dígitos significativos, lo cual significa que los primeros seis dígitos son correctos y el sexto dígito ha sido redondeado. </a:t>
            </a:r>
            <a:endParaRPr i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5" name="Shape 2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6" name="Google Shape;2006;p9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Exactitud y Precisión numérica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7" name="Google Shape;2007;p92"/>
          <p:cNvSpPr txBox="1"/>
          <p:nvPr/>
        </p:nvSpPr>
        <p:spPr>
          <a:xfrm>
            <a:off x="152400" y="1145425"/>
            <a:ext cx="5085300" cy="3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El término </a:t>
            </a:r>
            <a:r>
              <a:rPr b="1" lang="es" sz="1800">
                <a:solidFill>
                  <a:schemeClr val="dk1"/>
                </a:solidFill>
              </a:rPr>
              <a:t>exactitud</a:t>
            </a:r>
            <a:r>
              <a:rPr lang="es" sz="1800">
                <a:solidFill>
                  <a:schemeClr val="dk1"/>
                </a:solidFill>
              </a:rPr>
              <a:t> se refiere a qué tan cercano está el valor calculado o representado respecto del valor verdadero. Exactitud a </a:t>
            </a:r>
            <a:r>
              <a:rPr b="1" lang="es" sz="1800">
                <a:solidFill>
                  <a:schemeClr val="dk1"/>
                </a:solidFill>
              </a:rPr>
              <a:t>n</a:t>
            </a:r>
            <a:r>
              <a:rPr lang="es" sz="1800">
                <a:solidFill>
                  <a:schemeClr val="dk1"/>
                </a:solidFill>
              </a:rPr>
              <a:t> dígitos significativos significa que puede confiar en un total de </a:t>
            </a:r>
            <a:r>
              <a:rPr b="1" lang="es" sz="1800">
                <a:solidFill>
                  <a:schemeClr val="dk1"/>
                </a:solidFill>
              </a:rPr>
              <a:t>n</a:t>
            </a:r>
            <a:r>
              <a:rPr lang="es" sz="1800">
                <a:solidFill>
                  <a:schemeClr val="dk1"/>
                </a:solidFill>
              </a:rPr>
              <a:t> dígitos que sean importantes empezando con el dígito distinto de cero del extremo izquierdo.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El término </a:t>
            </a:r>
            <a:r>
              <a:rPr b="1" lang="es" sz="1800">
                <a:solidFill>
                  <a:schemeClr val="dk1"/>
                </a:solidFill>
              </a:rPr>
              <a:t>precisión</a:t>
            </a:r>
            <a:r>
              <a:rPr lang="es" sz="1800">
                <a:solidFill>
                  <a:schemeClr val="dk1"/>
                </a:solidFill>
              </a:rPr>
              <a:t> se refiere a qué tan cercano se encuentran entre sí, diversos valores calculados.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2008" name="Google Shape;2008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4825" y="969575"/>
            <a:ext cx="3514674" cy="3493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laro FCEFYN">
  <a:themeElements>
    <a:clrScheme name="Simple Light">
      <a:dk1>
        <a:srgbClr val="1D1D1D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D88E77"/>
      </a:accent3>
      <a:accent4>
        <a:srgbClr val="D38129"/>
      </a:accent4>
      <a:accent5>
        <a:srgbClr val="1D4036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