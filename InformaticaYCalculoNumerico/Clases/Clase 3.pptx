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Montserrat SemiBold"/>
      <p:regular r:id="rId43"/>
      <p:bold r:id="rId44"/>
      <p:italic r:id="rId45"/>
      <p:boldItalic r:id="rId46"/>
    </p:embeddedFont>
    <p:embeddedFont>
      <p:font typeface="Roboto Mono Medium"/>
      <p:regular r:id="rId47"/>
      <p:bold r:id="rId48"/>
      <p:italic r:id="rId49"/>
      <p:boldItalic r:id="rId50"/>
    </p:embeddedFont>
    <p:embeddedFont>
      <p:font typeface="Montserrat"/>
      <p:regular r:id="rId51"/>
      <p:bold r:id="rId52"/>
      <p:italic r:id="rId53"/>
      <p:boldItalic r:id="rId54"/>
    </p:embeddedFont>
    <p:embeddedFont>
      <p:font typeface="Montserrat Medium"/>
      <p:regular r:id="rId55"/>
      <p:bold r:id="rId56"/>
      <p:italic r:id="rId57"/>
      <p:boldItalic r:id="rId58"/>
    </p:embeddedFont>
    <p:embeddedFont>
      <p:font typeface="Montserrat Light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E373C1-5BC0-4A12-8CBB-286C7245633C}">
  <a:tblStyle styleId="{45E373C1-5BC0-4A12-8CBB-286C724563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MontserratSemiBold-bold.fntdata"/><Relationship Id="rId43" Type="http://schemas.openxmlformats.org/officeDocument/2006/relationships/font" Target="fonts/MontserratSemiBold-regular.fntdata"/><Relationship Id="rId46" Type="http://schemas.openxmlformats.org/officeDocument/2006/relationships/font" Target="fonts/MontserratSemiBold-boldItalic.fntdata"/><Relationship Id="rId45" Type="http://schemas.openxmlformats.org/officeDocument/2006/relationships/font" Target="fonts/Montserrat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onoMedium-bold.fntdata"/><Relationship Id="rId47" Type="http://schemas.openxmlformats.org/officeDocument/2006/relationships/font" Target="fonts/RobotoMonoMedium-regular.fntdata"/><Relationship Id="rId49" Type="http://schemas.openxmlformats.org/officeDocument/2006/relationships/font" Target="fonts/RobotoMono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MontserratLight-boldItalic.fntdata"/><Relationship Id="rId61" Type="http://schemas.openxmlformats.org/officeDocument/2006/relationships/font" Target="fonts/MontserratLight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MontserratLight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-regular.fntdata"/><Relationship Id="rId50" Type="http://schemas.openxmlformats.org/officeDocument/2006/relationships/font" Target="fonts/RobotoMonoMedium-boldItalic.fntdata"/><Relationship Id="rId53" Type="http://schemas.openxmlformats.org/officeDocument/2006/relationships/font" Target="fonts/Montserrat-italic.fntdata"/><Relationship Id="rId52" Type="http://schemas.openxmlformats.org/officeDocument/2006/relationships/font" Target="fonts/Montserrat-bold.fntdata"/><Relationship Id="rId11" Type="http://schemas.openxmlformats.org/officeDocument/2006/relationships/slide" Target="slides/slide5.xml"/><Relationship Id="rId55" Type="http://schemas.openxmlformats.org/officeDocument/2006/relationships/font" Target="fonts/MontserratMedium-regular.fntdata"/><Relationship Id="rId10" Type="http://schemas.openxmlformats.org/officeDocument/2006/relationships/slide" Target="slides/slide4.xml"/><Relationship Id="rId54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57" Type="http://schemas.openxmlformats.org/officeDocument/2006/relationships/font" Target="fonts/MontserratMedium-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Medium-bold.fntdata"/><Relationship Id="rId15" Type="http://schemas.openxmlformats.org/officeDocument/2006/relationships/slide" Target="slides/slide9.xml"/><Relationship Id="rId59" Type="http://schemas.openxmlformats.org/officeDocument/2006/relationships/font" Target="fonts/MontserratLight-regular.fntdata"/><Relationship Id="rId14" Type="http://schemas.openxmlformats.org/officeDocument/2006/relationships/slide" Target="slides/slide8.xml"/><Relationship Id="rId58" Type="http://schemas.openxmlformats.org/officeDocument/2006/relationships/font" Target="fonts/Montserrat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82bf054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82bf054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82bf05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682bf05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82bf054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682bf05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82bf054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682bf054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a3c7c8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a3c7c8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a3c7c8f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6a3c7c8f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a3c7c8f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6a3c7c8f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a3c7c8f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6a3c7c8f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6a3c7c8f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6a3c7c8f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a3c7c8f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f6a3c7c8f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a3c7c8f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6a3c7c8f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6a3c7c8f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f6a3c7c8f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6a3c7c8f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f6a3c7c8f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6a3c7c8fb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f6a3c7c8f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6a3c7c8fb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f6a3c7c8fb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6a3c7c8fb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6a3c7c8fb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6a3c7c8fb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f6a3c7c8fb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6a3c7c8fb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f6a3c7c8fb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6a3c7c8fb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f6a3c7c8fb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6a3c7c8fb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f6a3c7c8fb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6a3c7c8fb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f6a3c7c8fb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6a3c7c8fb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f6a3c7c8fb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6a3c7c8fb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f6a3c7c8fb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6a3c7c8fb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f6a3c7c8fb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6a3c7c8fb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3f6a3c7c8fb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6a3c7c8fb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f6a3c7c8fb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f6a3c7c8fb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f6a3c7c8fb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6a3c7c8fb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f6a3c7c8fb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6a3c7c8fb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f6a3c7c8fb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f6a3c7c8fb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g3f6a3c7c8fb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f6a3c7c8fb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g3f6a3c7c8fb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f6a3c7c8fb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g3f6a3c7c8fb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f6a3c7c8fb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g3f6a3c7c8fb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f6cde11a8c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g3f6cde11a8c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f6cde11a8c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f6cde11a8c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Elementos ornamentales-0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2903" y="-423203"/>
            <a:ext cx="509829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" name="Google Shape;14;p2" title="1_Isologotipo FCEFyN y UNC- original_Sin 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9" y="-76200"/>
            <a:ext cx="4239831" cy="11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9" name="Google Shape;19;p3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Elementos ornamentales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31561"/>
            <a:ext cx="9144003" cy="1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" name="Google Shape;26;p4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" name="Google Shape;33;p5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8" name="Google Shape;38;p6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" name="Google Shape;44;p7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9" name="Google Shape;49;p8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9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2" name="Google Shape;62;p10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8" name="Google Shape;68;p11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2" name="Google Shape;72;p12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4D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w3schools.com/cpp/cpp_ref_math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Inform</a:t>
            </a:r>
            <a:r>
              <a:rPr lang="es"/>
              <a:t>ática y Cálculo Numérico</a:t>
            </a:r>
            <a:endParaRPr/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Comisi</a:t>
            </a:r>
            <a:r>
              <a:rPr lang="es"/>
              <a:t>ón 5 - 2026 - Segundo Semestre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Relacionales</a:t>
            </a:r>
            <a:endParaRPr/>
          </a:p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Una </a:t>
            </a:r>
            <a:r>
              <a:rPr b="1" lang="es" sz="1100">
                <a:solidFill>
                  <a:srgbClr val="000000"/>
                </a:solidFill>
              </a:rPr>
              <a:t>expresión relacional</a:t>
            </a:r>
            <a:r>
              <a:rPr lang="es" sz="1100">
                <a:solidFill>
                  <a:srgbClr val="000000"/>
                </a:solidFill>
              </a:rPr>
              <a:t> compara dos valores y produce un resultado booleano: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188038"/>
                </a:solidFill>
              </a:rPr>
              <a:t>true</a:t>
            </a:r>
            <a:r>
              <a:rPr lang="es" sz="1100">
                <a:solidFill>
                  <a:srgbClr val="000000"/>
                </a:solidFill>
              </a:rPr>
              <a:t>: la relación se cumple.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188038"/>
                </a:solidFill>
              </a:rPr>
              <a:t>false</a:t>
            </a:r>
            <a:r>
              <a:rPr lang="es" sz="1100">
                <a:solidFill>
                  <a:srgbClr val="000000"/>
                </a:solidFill>
              </a:rPr>
              <a:t>: la relación no se cumple.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86" name="Google Shape;86;p14"/>
          <p:cNvGraphicFramePr/>
          <p:nvPr/>
        </p:nvGraphicFramePr>
        <p:xfrm>
          <a:off x="1177500" y="213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{45E373C1-5BC0-4A12-8CBB-286C7245633C}</a:tableStyleId>
              </a:tblPr>
              <a:tblGrid>
                <a:gridCol w="2261800"/>
                <a:gridCol w="2261800"/>
                <a:gridCol w="2261800"/>
              </a:tblGrid>
              <a:tr h="36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Operador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Significado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Ejemplo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==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¿Igual a?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==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!=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¿Distinto de?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!=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&gt;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¿Mayor que?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&gt;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&lt;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¿Menor que?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&lt;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&gt;=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¿Mayor o igual que?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&gt;=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&lt;=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¿Menor o igual que?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V &lt;= 5.0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Adivinen que!</a:t>
            </a:r>
            <a:endParaRPr/>
          </a:p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984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</a:t>
            </a:r>
            <a:r>
              <a:rPr lang="es"/>
              <a:t>ás operadores!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11700" y="856200"/>
            <a:ext cx="2808000" cy="21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Prometemos que son los </a:t>
            </a:r>
            <a:r>
              <a:rPr lang="es" sz="1600"/>
              <a:t>últimos… (o no?)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/>
              <a:t>Los operadores lógicos trabajan solo con valores y expresiones que </a:t>
            </a:r>
            <a:r>
              <a:rPr lang="es" sz="1600"/>
              <a:t>evalúan</a:t>
            </a:r>
            <a:r>
              <a:rPr lang="es" sz="1600"/>
              <a:t> al tipo booleano.</a:t>
            </a:r>
            <a:endParaRPr sz="1600"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-766" l="0" r="0" t="0"/>
          <a:stretch/>
        </p:blipFill>
        <p:spPr>
          <a:xfrm>
            <a:off x="4330975" y="153625"/>
            <a:ext cx="4689950" cy="39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 title="itera_verificac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0600" y="2650800"/>
            <a:ext cx="2150550" cy="215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/>
          <p:nvPr/>
        </p:nvSpPr>
        <p:spPr>
          <a:xfrm>
            <a:off x="4314875" y="3329625"/>
            <a:ext cx="4706100" cy="755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</a:t>
            </a:r>
            <a:r>
              <a:rPr lang="es"/>
              <a:t> funcionan?</a:t>
            </a:r>
            <a:endParaRPr/>
          </a:p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689925" y="1170925"/>
            <a:ext cx="9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&amp;&amp; b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1652025" y="1170925"/>
            <a:ext cx="12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and b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1" name="Google Shape;111;p17"/>
          <p:cNvGraphicFramePr/>
          <p:nvPr/>
        </p:nvGraphicFramePr>
        <p:xfrm>
          <a:off x="733850" y="16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{45E373C1-5BC0-4A12-8CBB-286C7245633C}</a:tableStyleId>
              </a:tblPr>
              <a:tblGrid>
                <a:gridCol w="636350"/>
                <a:gridCol w="615425"/>
                <a:gridCol w="80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 &amp;&amp; b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2" name="Google Shape;112;p17"/>
          <p:cNvSpPr txBox="1"/>
          <p:nvPr/>
        </p:nvSpPr>
        <p:spPr>
          <a:xfrm>
            <a:off x="3466650" y="1170925"/>
            <a:ext cx="9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|| b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428750" y="1170925"/>
            <a:ext cx="12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or b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4" name="Google Shape;114;p17"/>
          <p:cNvGraphicFramePr/>
          <p:nvPr/>
        </p:nvGraphicFramePr>
        <p:xfrm>
          <a:off x="3510575" y="16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{45E373C1-5BC0-4A12-8CBB-286C7245633C}</a:tableStyleId>
              </a:tblPr>
              <a:tblGrid>
                <a:gridCol w="636350"/>
                <a:gridCol w="615425"/>
                <a:gridCol w="80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 || b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5" name="Google Shape;115;p17"/>
          <p:cNvGraphicFramePr/>
          <p:nvPr/>
        </p:nvGraphicFramePr>
        <p:xfrm>
          <a:off x="6555875" y="16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{45E373C1-5BC0-4A12-8CBB-286C7245633C}</a:tableStyleId>
              </a:tblPr>
              <a:tblGrid>
                <a:gridCol w="636350"/>
                <a:gridCol w="615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!a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false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true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6" name="Google Shape;116;p17"/>
          <p:cNvSpPr txBox="1"/>
          <p:nvPr/>
        </p:nvSpPr>
        <p:spPr>
          <a:xfrm>
            <a:off x="6287310" y="1170925"/>
            <a:ext cx="12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not a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6926310" y="1170925"/>
            <a:ext cx="12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265500" y="852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ejecuci</a:t>
            </a:r>
            <a:r>
              <a:rPr lang="es"/>
              <a:t>ón de un programa</a:t>
            </a:r>
            <a:endParaRPr/>
          </a:p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4" name="Google Shape;124;p18"/>
          <p:cNvSpPr txBox="1"/>
          <p:nvPr>
            <p:ph idx="2" type="body"/>
          </p:nvPr>
        </p:nvSpPr>
        <p:spPr>
          <a:xfrm>
            <a:off x="4939500" y="724075"/>
            <a:ext cx="3837000" cy="39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Un diagrama de flujo representa gráficamente los </a:t>
            </a:r>
            <a:r>
              <a:rPr b="1" lang="es"/>
              <a:t>pasos</a:t>
            </a:r>
            <a:r>
              <a:rPr lang="es"/>
              <a:t> de un algoritmo.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Permite </a:t>
            </a:r>
            <a:r>
              <a:rPr b="1" lang="es"/>
              <a:t>pensar</a:t>
            </a:r>
            <a:r>
              <a:rPr lang="es"/>
              <a:t> la solución </a:t>
            </a:r>
            <a:r>
              <a:rPr b="1" lang="es"/>
              <a:t>antes de escribir</a:t>
            </a:r>
            <a:r>
              <a:rPr lang="es"/>
              <a:t> código.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El flujo se lee siguiendo las flechas, normalmente de arriba hacia abajo.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Cada </a:t>
            </a:r>
            <a:r>
              <a:rPr b="1" lang="es"/>
              <a:t>símbolo</a:t>
            </a:r>
            <a:r>
              <a:rPr lang="es"/>
              <a:t> tiene una función: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s"/>
              <a:t>Óvalo</a:t>
            </a:r>
            <a:r>
              <a:rPr lang="es"/>
              <a:t>: inicio o fin.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s"/>
              <a:t>Rectángulo</a:t>
            </a:r>
            <a:r>
              <a:rPr lang="es"/>
              <a:t>: proceso, cálculo o asignación.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s"/>
              <a:t>Paralelogramo</a:t>
            </a:r>
            <a:r>
              <a:rPr lang="es"/>
              <a:t>: entrada o salida de datos.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s"/>
              <a:t>Rombo</a:t>
            </a:r>
            <a:r>
              <a:rPr lang="es"/>
              <a:t>: decisión basada en una condición.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s"/>
              <a:t>Flecha</a:t>
            </a:r>
            <a:r>
              <a:rPr lang="es"/>
              <a:t>: orden de ejecución.</a:t>
            </a:r>
            <a:endParaRPr/>
          </a:p>
        </p:txBody>
      </p:sp>
      <p:sp>
        <p:nvSpPr>
          <p:cNvPr id="125" name="Google Shape;125;p18"/>
          <p:cNvSpPr txBox="1"/>
          <p:nvPr>
            <p:ph idx="1" type="subTitle"/>
          </p:nvPr>
        </p:nvSpPr>
        <p:spPr>
          <a:xfrm>
            <a:off x="265500" y="2422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Diagramas de Flujo</a:t>
            </a:r>
            <a:endParaRPr/>
          </a:p>
        </p:txBody>
      </p:sp>
      <p:pic>
        <p:nvPicPr>
          <p:cNvPr id="126" name="Google Shape;126;p18" title="itera_diagrama_fluj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50" y="2859100"/>
            <a:ext cx="3591100" cy="287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ejecución</a:t>
            </a:r>
            <a:endParaRPr/>
          </a:p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3" name="Google Shape;133;p19"/>
          <p:cNvSpPr/>
          <p:nvPr/>
        </p:nvSpPr>
        <p:spPr>
          <a:xfrm rot="10800000">
            <a:off x="1165000" y="2157950"/>
            <a:ext cx="4860600" cy="19425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 rot="10800000">
            <a:off x="1164972" y="1766675"/>
            <a:ext cx="48606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1308349" y="18668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591381" y="18668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874412" y="18668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1204427" y="2174409"/>
            <a:ext cx="4750800" cy="1881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7266300" y="36552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7266300" y="1031450"/>
            <a:ext cx="420300" cy="426900"/>
          </a:xfrm>
          <a:prstGeom prst="roundRect">
            <a:avLst>
              <a:gd fmla="val 794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7266300" y="1697375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7266300" y="2363300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7266300" y="3029225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7266300" y="3695150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266300" y="4361075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6" name="Google Shape;146;p19"/>
          <p:cNvCxnSpPr>
            <a:stCxn id="139" idx="2"/>
            <a:endCxn id="140" idx="0"/>
          </p:cNvCxnSpPr>
          <p:nvPr/>
        </p:nvCxnSpPr>
        <p:spPr>
          <a:xfrm>
            <a:off x="7476450" y="7924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" name="Google Shape;147;p19"/>
          <p:cNvCxnSpPr>
            <a:stCxn id="140" idx="2"/>
            <a:endCxn id="141" idx="1"/>
          </p:cNvCxnSpPr>
          <p:nvPr/>
        </p:nvCxnSpPr>
        <p:spPr>
          <a:xfrm>
            <a:off x="7476450" y="14583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48" name="Google Shape;148;p19"/>
          <p:cNvCxnSpPr>
            <a:stCxn id="141" idx="4"/>
            <a:endCxn id="142" idx="1"/>
          </p:cNvCxnSpPr>
          <p:nvPr/>
        </p:nvCxnSpPr>
        <p:spPr>
          <a:xfrm>
            <a:off x="7476450" y="212427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49" name="Google Shape;149;p19"/>
          <p:cNvCxnSpPr>
            <a:stCxn id="142" idx="4"/>
            <a:endCxn id="143" idx="1"/>
          </p:cNvCxnSpPr>
          <p:nvPr/>
        </p:nvCxnSpPr>
        <p:spPr>
          <a:xfrm>
            <a:off x="7476450" y="279020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50" name="Google Shape;150;p19"/>
          <p:cNvCxnSpPr>
            <a:stCxn id="143" idx="4"/>
            <a:endCxn id="144" idx="1"/>
          </p:cNvCxnSpPr>
          <p:nvPr/>
        </p:nvCxnSpPr>
        <p:spPr>
          <a:xfrm>
            <a:off x="7476450" y="34561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51" name="Google Shape;151;p19"/>
          <p:cNvCxnSpPr>
            <a:stCxn id="144" idx="4"/>
            <a:endCxn id="145" idx="1"/>
          </p:cNvCxnSpPr>
          <p:nvPr/>
        </p:nvCxnSpPr>
        <p:spPr>
          <a:xfrm>
            <a:off x="7476450" y="41220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52" name="Google Shape;152;p19"/>
          <p:cNvSpPr/>
          <p:nvPr/>
        </p:nvSpPr>
        <p:spPr>
          <a:xfrm>
            <a:off x="709225" y="2256250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311700" y="445025"/>
            <a:ext cx="617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ejecución</a:t>
            </a:r>
            <a:endParaRPr/>
          </a:p>
        </p:txBody>
      </p:sp>
      <p:sp>
        <p:nvSpPr>
          <p:cNvPr id="158" name="Google Shape;158;p2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9" name="Google Shape;159;p20"/>
          <p:cNvSpPr/>
          <p:nvPr/>
        </p:nvSpPr>
        <p:spPr>
          <a:xfrm rot="10800000">
            <a:off x="1165000" y="2157950"/>
            <a:ext cx="4860600" cy="19425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 rot="10800000">
            <a:off x="1164972" y="1766675"/>
            <a:ext cx="48606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1308349" y="18668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1591381" y="18668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874412" y="18668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1204427" y="2174409"/>
            <a:ext cx="4750800" cy="1881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7266300" y="36552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266300" y="1031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7266300" y="1697375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7266300" y="2363300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7266300" y="3029225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7266300" y="3695150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7266300" y="4361075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20"/>
          <p:cNvCxnSpPr>
            <a:stCxn id="165" idx="2"/>
            <a:endCxn id="166" idx="0"/>
          </p:cNvCxnSpPr>
          <p:nvPr/>
        </p:nvCxnSpPr>
        <p:spPr>
          <a:xfrm>
            <a:off x="7476450" y="7924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p20"/>
          <p:cNvCxnSpPr>
            <a:stCxn id="166" idx="2"/>
            <a:endCxn id="167" idx="1"/>
          </p:cNvCxnSpPr>
          <p:nvPr/>
        </p:nvCxnSpPr>
        <p:spPr>
          <a:xfrm>
            <a:off x="7476450" y="14583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20"/>
          <p:cNvCxnSpPr>
            <a:stCxn id="167" idx="4"/>
            <a:endCxn id="168" idx="1"/>
          </p:cNvCxnSpPr>
          <p:nvPr/>
        </p:nvCxnSpPr>
        <p:spPr>
          <a:xfrm>
            <a:off x="7476450" y="212427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20"/>
          <p:cNvCxnSpPr>
            <a:stCxn id="168" idx="4"/>
            <a:endCxn id="169" idx="1"/>
          </p:cNvCxnSpPr>
          <p:nvPr/>
        </p:nvCxnSpPr>
        <p:spPr>
          <a:xfrm>
            <a:off x="7476450" y="279020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20"/>
          <p:cNvCxnSpPr>
            <a:stCxn id="169" idx="4"/>
            <a:endCxn id="170" idx="1"/>
          </p:cNvCxnSpPr>
          <p:nvPr/>
        </p:nvCxnSpPr>
        <p:spPr>
          <a:xfrm>
            <a:off x="7476450" y="34561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" name="Google Shape;177;p20"/>
          <p:cNvCxnSpPr>
            <a:stCxn id="170" idx="4"/>
            <a:endCxn id="171" idx="1"/>
          </p:cNvCxnSpPr>
          <p:nvPr/>
        </p:nvCxnSpPr>
        <p:spPr>
          <a:xfrm>
            <a:off x="7476450" y="41220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" name="Google Shape;178;p20"/>
          <p:cNvSpPr/>
          <p:nvPr/>
        </p:nvSpPr>
        <p:spPr>
          <a:xfrm>
            <a:off x="709225" y="2256250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09225" y="2441275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5" name="Google Shape;185;p21"/>
          <p:cNvSpPr/>
          <p:nvPr/>
        </p:nvSpPr>
        <p:spPr>
          <a:xfrm rot="10800000">
            <a:off x="1165000" y="2157950"/>
            <a:ext cx="4860600" cy="19425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/>
          <p:nvPr/>
        </p:nvSpPr>
        <p:spPr>
          <a:xfrm rot="10800000">
            <a:off x="1164972" y="1766675"/>
            <a:ext cx="48606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1308349" y="18668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591381" y="18668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874412" y="18668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1204427" y="2174409"/>
            <a:ext cx="4750800" cy="1881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7266300" y="36552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7266300" y="1031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7266300" y="1697375"/>
            <a:ext cx="420300" cy="426900"/>
          </a:xfrm>
          <a:prstGeom prst="flowChartInputOutpu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7266300" y="2363300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7266300" y="3029225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7266300" y="3695150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266300" y="4361075"/>
            <a:ext cx="420300" cy="426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21"/>
          <p:cNvCxnSpPr>
            <a:stCxn id="191" idx="2"/>
            <a:endCxn id="192" idx="0"/>
          </p:cNvCxnSpPr>
          <p:nvPr/>
        </p:nvCxnSpPr>
        <p:spPr>
          <a:xfrm>
            <a:off x="7476450" y="7924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" name="Google Shape;199;p21"/>
          <p:cNvCxnSpPr>
            <a:stCxn id="192" idx="2"/>
            <a:endCxn id="193" idx="1"/>
          </p:cNvCxnSpPr>
          <p:nvPr/>
        </p:nvCxnSpPr>
        <p:spPr>
          <a:xfrm>
            <a:off x="7476450" y="14583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21"/>
          <p:cNvCxnSpPr>
            <a:stCxn id="193" idx="4"/>
            <a:endCxn id="194" idx="1"/>
          </p:cNvCxnSpPr>
          <p:nvPr/>
        </p:nvCxnSpPr>
        <p:spPr>
          <a:xfrm>
            <a:off x="7476450" y="212427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21"/>
          <p:cNvCxnSpPr>
            <a:stCxn id="194" idx="4"/>
            <a:endCxn id="195" idx="1"/>
          </p:cNvCxnSpPr>
          <p:nvPr/>
        </p:nvCxnSpPr>
        <p:spPr>
          <a:xfrm>
            <a:off x="7476450" y="279020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21"/>
          <p:cNvCxnSpPr>
            <a:stCxn id="195" idx="4"/>
            <a:endCxn id="196" idx="1"/>
          </p:cNvCxnSpPr>
          <p:nvPr/>
        </p:nvCxnSpPr>
        <p:spPr>
          <a:xfrm>
            <a:off x="7476450" y="34561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21"/>
          <p:cNvCxnSpPr>
            <a:stCxn id="196" idx="4"/>
            <a:endCxn id="197" idx="1"/>
          </p:cNvCxnSpPr>
          <p:nvPr/>
        </p:nvCxnSpPr>
        <p:spPr>
          <a:xfrm>
            <a:off x="7476450" y="41220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21"/>
          <p:cNvSpPr/>
          <p:nvPr/>
        </p:nvSpPr>
        <p:spPr>
          <a:xfrm>
            <a:off x="709225" y="2441250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709225" y="2817475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 txBox="1"/>
          <p:nvPr>
            <p:ph type="title"/>
          </p:nvPr>
        </p:nvSpPr>
        <p:spPr>
          <a:xfrm>
            <a:off x="311700" y="445025"/>
            <a:ext cx="6550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ejecución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2" name="Google Shape;212;p22"/>
          <p:cNvSpPr/>
          <p:nvPr/>
        </p:nvSpPr>
        <p:spPr>
          <a:xfrm rot="10800000">
            <a:off x="1165000" y="2157950"/>
            <a:ext cx="4860600" cy="19425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2"/>
          <p:cNvSpPr/>
          <p:nvPr/>
        </p:nvSpPr>
        <p:spPr>
          <a:xfrm rot="10800000">
            <a:off x="1164972" y="1766675"/>
            <a:ext cx="48606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1308349" y="18668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1591381" y="18668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1874412" y="18668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1204427" y="2174409"/>
            <a:ext cx="4750800" cy="1881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266300" y="36552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266300" y="1031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7266300" y="16973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7266300" y="236330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7266300" y="3029225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7266300" y="3695150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7266300" y="4361075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22"/>
          <p:cNvCxnSpPr>
            <a:stCxn id="218" idx="2"/>
            <a:endCxn id="219" idx="0"/>
          </p:cNvCxnSpPr>
          <p:nvPr/>
        </p:nvCxnSpPr>
        <p:spPr>
          <a:xfrm>
            <a:off x="7476450" y="7924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" name="Google Shape;226;p22"/>
          <p:cNvCxnSpPr>
            <a:stCxn id="219" idx="2"/>
            <a:endCxn id="220" idx="0"/>
          </p:cNvCxnSpPr>
          <p:nvPr/>
        </p:nvCxnSpPr>
        <p:spPr>
          <a:xfrm>
            <a:off x="7476450" y="14583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7" name="Google Shape;227;p22"/>
          <p:cNvCxnSpPr>
            <a:stCxn id="220" idx="4"/>
            <a:endCxn id="221" idx="0"/>
          </p:cNvCxnSpPr>
          <p:nvPr/>
        </p:nvCxnSpPr>
        <p:spPr>
          <a:xfrm>
            <a:off x="7476450" y="212427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p22"/>
          <p:cNvCxnSpPr>
            <a:stCxn id="221" idx="4"/>
            <a:endCxn id="222" idx="0"/>
          </p:cNvCxnSpPr>
          <p:nvPr/>
        </p:nvCxnSpPr>
        <p:spPr>
          <a:xfrm>
            <a:off x="7476450" y="279020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" name="Google Shape;229;p22"/>
          <p:cNvCxnSpPr>
            <a:stCxn id="222" idx="4"/>
            <a:endCxn id="223" idx="0"/>
          </p:cNvCxnSpPr>
          <p:nvPr/>
        </p:nvCxnSpPr>
        <p:spPr>
          <a:xfrm>
            <a:off x="7476450" y="34561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p22"/>
          <p:cNvCxnSpPr>
            <a:stCxn id="223" idx="4"/>
            <a:endCxn id="224" idx="0"/>
          </p:cNvCxnSpPr>
          <p:nvPr/>
        </p:nvCxnSpPr>
        <p:spPr>
          <a:xfrm>
            <a:off x="7476450" y="41220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" name="Google Shape;231;p22"/>
          <p:cNvSpPr/>
          <p:nvPr/>
        </p:nvSpPr>
        <p:spPr>
          <a:xfrm>
            <a:off x="709225" y="2791350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709225" y="3007350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ejecución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/>
          <p:nvPr/>
        </p:nvSpPr>
        <p:spPr>
          <a:xfrm rot="10800000">
            <a:off x="1165000" y="2157950"/>
            <a:ext cx="4860600" cy="19425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 rot="10800000">
            <a:off x="1164972" y="1766675"/>
            <a:ext cx="48606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1308349" y="18668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1591381" y="18668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1874412" y="18668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1204427" y="2174409"/>
            <a:ext cx="4750800" cy="1881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7266300" y="36552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7266300" y="1031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7266300" y="16973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266300" y="236330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7266300" y="302922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266300" y="3695150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266300" y="4361075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23"/>
          <p:cNvCxnSpPr>
            <a:stCxn id="244" idx="2"/>
            <a:endCxn id="245" idx="0"/>
          </p:cNvCxnSpPr>
          <p:nvPr/>
        </p:nvCxnSpPr>
        <p:spPr>
          <a:xfrm>
            <a:off x="7476450" y="7924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2" name="Google Shape;252;p23"/>
          <p:cNvCxnSpPr>
            <a:stCxn id="245" idx="2"/>
            <a:endCxn id="246" idx="0"/>
          </p:cNvCxnSpPr>
          <p:nvPr/>
        </p:nvCxnSpPr>
        <p:spPr>
          <a:xfrm>
            <a:off x="7476450" y="14583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" name="Google Shape;253;p23"/>
          <p:cNvCxnSpPr>
            <a:stCxn id="246" idx="4"/>
            <a:endCxn id="247" idx="0"/>
          </p:cNvCxnSpPr>
          <p:nvPr/>
        </p:nvCxnSpPr>
        <p:spPr>
          <a:xfrm>
            <a:off x="7476450" y="212427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" name="Google Shape;254;p23"/>
          <p:cNvCxnSpPr>
            <a:stCxn id="247" idx="4"/>
            <a:endCxn id="248" idx="0"/>
          </p:cNvCxnSpPr>
          <p:nvPr/>
        </p:nvCxnSpPr>
        <p:spPr>
          <a:xfrm>
            <a:off x="7476450" y="279020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23"/>
          <p:cNvCxnSpPr>
            <a:stCxn id="248" idx="4"/>
            <a:endCxn id="249" idx="0"/>
          </p:cNvCxnSpPr>
          <p:nvPr/>
        </p:nvCxnSpPr>
        <p:spPr>
          <a:xfrm>
            <a:off x="7476450" y="34561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23"/>
          <p:cNvCxnSpPr>
            <a:stCxn id="249" idx="4"/>
            <a:endCxn id="250" idx="0"/>
          </p:cNvCxnSpPr>
          <p:nvPr/>
        </p:nvCxnSpPr>
        <p:spPr>
          <a:xfrm>
            <a:off x="7476450" y="41220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7" name="Google Shape;257;p23"/>
          <p:cNvSpPr/>
          <p:nvPr/>
        </p:nvSpPr>
        <p:spPr>
          <a:xfrm>
            <a:off x="709225" y="2970350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709225" y="3186350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ejecución</a:t>
            </a:r>
            <a:endParaRPr/>
          </a:p>
        </p:txBody>
      </p:sp>
      <p:sp>
        <p:nvSpPr>
          <p:cNvPr id="260" name="Google Shape;260;p2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 rot="10800000">
            <a:off x="1165000" y="2157950"/>
            <a:ext cx="4860600" cy="19425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4"/>
          <p:cNvSpPr/>
          <p:nvPr/>
        </p:nvSpPr>
        <p:spPr>
          <a:xfrm rot="10800000">
            <a:off x="1164972" y="1766675"/>
            <a:ext cx="48606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1308349" y="18668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1591381" y="18668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1874412" y="18668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1204427" y="2174409"/>
            <a:ext cx="4750800" cy="1881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7266300" y="36552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7266300" y="1031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7266300" y="16973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7266300" y="236330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7266300" y="302922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7266300" y="369515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7266300" y="4361075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24"/>
          <p:cNvCxnSpPr>
            <a:stCxn id="271" idx="2"/>
            <a:endCxn id="272" idx="0"/>
          </p:cNvCxnSpPr>
          <p:nvPr/>
        </p:nvCxnSpPr>
        <p:spPr>
          <a:xfrm>
            <a:off x="7476450" y="7924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" name="Google Shape;279;p24"/>
          <p:cNvCxnSpPr>
            <a:stCxn id="272" idx="2"/>
            <a:endCxn id="273" idx="0"/>
          </p:cNvCxnSpPr>
          <p:nvPr/>
        </p:nvCxnSpPr>
        <p:spPr>
          <a:xfrm>
            <a:off x="7476450" y="14583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" name="Google Shape;280;p24"/>
          <p:cNvCxnSpPr>
            <a:stCxn id="273" idx="4"/>
            <a:endCxn id="274" idx="0"/>
          </p:cNvCxnSpPr>
          <p:nvPr/>
        </p:nvCxnSpPr>
        <p:spPr>
          <a:xfrm>
            <a:off x="7476450" y="212427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" name="Google Shape;281;p24"/>
          <p:cNvCxnSpPr>
            <a:stCxn id="274" idx="4"/>
            <a:endCxn id="275" idx="0"/>
          </p:cNvCxnSpPr>
          <p:nvPr/>
        </p:nvCxnSpPr>
        <p:spPr>
          <a:xfrm>
            <a:off x="7476450" y="279020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" name="Google Shape;282;p24"/>
          <p:cNvCxnSpPr>
            <a:stCxn id="275" idx="4"/>
            <a:endCxn id="276" idx="0"/>
          </p:cNvCxnSpPr>
          <p:nvPr/>
        </p:nvCxnSpPr>
        <p:spPr>
          <a:xfrm>
            <a:off x="7476450" y="34561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" name="Google Shape;283;p24"/>
          <p:cNvCxnSpPr>
            <a:stCxn id="276" idx="4"/>
            <a:endCxn id="277" idx="0"/>
          </p:cNvCxnSpPr>
          <p:nvPr/>
        </p:nvCxnSpPr>
        <p:spPr>
          <a:xfrm>
            <a:off x="7476450" y="41220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4" name="Google Shape;284;p24"/>
          <p:cNvSpPr/>
          <p:nvPr/>
        </p:nvSpPr>
        <p:spPr>
          <a:xfrm>
            <a:off x="709225" y="3156675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709225" y="3372675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ejecución</a:t>
            </a:r>
            <a:endParaRPr/>
          </a:p>
        </p:txBody>
      </p:sp>
      <p:sp>
        <p:nvSpPr>
          <p:cNvPr id="287" name="Google Shape;287;p2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/>
          <p:nvPr/>
        </p:nvSpPr>
        <p:spPr>
          <a:xfrm rot="10800000">
            <a:off x="1165000" y="2157950"/>
            <a:ext cx="4860600" cy="19425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/>
          <p:nvPr/>
        </p:nvSpPr>
        <p:spPr>
          <a:xfrm rot="10800000">
            <a:off x="1164972" y="1766675"/>
            <a:ext cx="48606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1308349" y="18668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1591381" y="18668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1874412" y="18668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1204427" y="2174409"/>
            <a:ext cx="4750800" cy="1881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7266300" y="36552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7266300" y="1031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7266300" y="16973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7266300" y="236330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7266300" y="302922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7266300" y="369515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7266300" y="43610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25"/>
          <p:cNvCxnSpPr>
            <a:stCxn id="298" idx="2"/>
            <a:endCxn id="299" idx="0"/>
          </p:cNvCxnSpPr>
          <p:nvPr/>
        </p:nvCxnSpPr>
        <p:spPr>
          <a:xfrm>
            <a:off x="7476450" y="7924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" name="Google Shape;306;p25"/>
          <p:cNvCxnSpPr>
            <a:stCxn id="299" idx="2"/>
            <a:endCxn id="300" idx="0"/>
          </p:cNvCxnSpPr>
          <p:nvPr/>
        </p:nvCxnSpPr>
        <p:spPr>
          <a:xfrm>
            <a:off x="7476450" y="14583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7" name="Google Shape;307;p25"/>
          <p:cNvCxnSpPr>
            <a:stCxn id="300" idx="4"/>
            <a:endCxn id="301" idx="0"/>
          </p:cNvCxnSpPr>
          <p:nvPr/>
        </p:nvCxnSpPr>
        <p:spPr>
          <a:xfrm>
            <a:off x="7476450" y="212427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p25"/>
          <p:cNvCxnSpPr>
            <a:stCxn id="301" idx="4"/>
            <a:endCxn id="302" idx="0"/>
          </p:cNvCxnSpPr>
          <p:nvPr/>
        </p:nvCxnSpPr>
        <p:spPr>
          <a:xfrm>
            <a:off x="7476450" y="279020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p25"/>
          <p:cNvCxnSpPr>
            <a:stCxn id="302" idx="4"/>
            <a:endCxn id="303" idx="0"/>
          </p:cNvCxnSpPr>
          <p:nvPr/>
        </p:nvCxnSpPr>
        <p:spPr>
          <a:xfrm>
            <a:off x="7476450" y="34561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0" name="Google Shape;310;p25"/>
          <p:cNvCxnSpPr>
            <a:stCxn id="303" idx="4"/>
            <a:endCxn id="304" idx="0"/>
          </p:cNvCxnSpPr>
          <p:nvPr/>
        </p:nvCxnSpPr>
        <p:spPr>
          <a:xfrm>
            <a:off x="7476450" y="41220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p25"/>
          <p:cNvSpPr/>
          <p:nvPr/>
        </p:nvSpPr>
        <p:spPr>
          <a:xfrm>
            <a:off x="709225" y="3347875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709225" y="3711875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ejecución</a:t>
            </a:r>
            <a:endParaRPr/>
          </a:p>
        </p:txBody>
      </p:sp>
      <p:sp>
        <p:nvSpPr>
          <p:cNvPr id="314" name="Google Shape;314;p2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/>
          <p:nvPr/>
        </p:nvSpPr>
        <p:spPr>
          <a:xfrm rot="10800000">
            <a:off x="1165000" y="2157950"/>
            <a:ext cx="4860600" cy="19425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6"/>
          <p:cNvSpPr/>
          <p:nvPr/>
        </p:nvSpPr>
        <p:spPr>
          <a:xfrm rot="10800000">
            <a:off x="1164972" y="1766675"/>
            <a:ext cx="48606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1308349" y="18668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1591381" y="18668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1874412" y="18668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6"/>
          <p:cNvSpPr txBox="1"/>
          <p:nvPr/>
        </p:nvSpPr>
        <p:spPr>
          <a:xfrm>
            <a:off x="1204427" y="2174409"/>
            <a:ext cx="4750800" cy="1881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7266300" y="36552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7266300" y="1031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7266300" y="16973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7266300" y="236330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7266300" y="302922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7266300" y="369515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7266300" y="43610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26"/>
          <p:cNvCxnSpPr>
            <a:stCxn id="325" idx="2"/>
            <a:endCxn id="326" idx="0"/>
          </p:cNvCxnSpPr>
          <p:nvPr/>
        </p:nvCxnSpPr>
        <p:spPr>
          <a:xfrm>
            <a:off x="7476450" y="7924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" name="Google Shape;333;p26"/>
          <p:cNvCxnSpPr>
            <a:stCxn id="326" idx="2"/>
            <a:endCxn id="327" idx="0"/>
          </p:cNvCxnSpPr>
          <p:nvPr/>
        </p:nvCxnSpPr>
        <p:spPr>
          <a:xfrm>
            <a:off x="7476450" y="14583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p26"/>
          <p:cNvCxnSpPr>
            <a:stCxn id="327" idx="4"/>
            <a:endCxn id="328" idx="0"/>
          </p:cNvCxnSpPr>
          <p:nvPr/>
        </p:nvCxnSpPr>
        <p:spPr>
          <a:xfrm>
            <a:off x="7476450" y="212427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5" name="Google Shape;335;p26"/>
          <p:cNvCxnSpPr>
            <a:stCxn id="328" idx="4"/>
            <a:endCxn id="329" idx="0"/>
          </p:cNvCxnSpPr>
          <p:nvPr/>
        </p:nvCxnSpPr>
        <p:spPr>
          <a:xfrm>
            <a:off x="7476450" y="279020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6" name="Google Shape;336;p26"/>
          <p:cNvCxnSpPr>
            <a:stCxn id="329" idx="4"/>
            <a:endCxn id="330" idx="0"/>
          </p:cNvCxnSpPr>
          <p:nvPr/>
        </p:nvCxnSpPr>
        <p:spPr>
          <a:xfrm>
            <a:off x="7476450" y="3456125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" name="Google Shape;337;p26"/>
          <p:cNvCxnSpPr>
            <a:stCxn id="330" idx="4"/>
            <a:endCxn id="331" idx="0"/>
          </p:cNvCxnSpPr>
          <p:nvPr/>
        </p:nvCxnSpPr>
        <p:spPr>
          <a:xfrm>
            <a:off x="7476450" y="4122050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8" name="Google Shape;338;p26"/>
          <p:cNvSpPr/>
          <p:nvPr/>
        </p:nvSpPr>
        <p:spPr>
          <a:xfrm>
            <a:off x="710150" y="3744275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6"/>
          <p:cNvSpPr txBox="1"/>
          <p:nvPr>
            <p:ph type="title"/>
          </p:nvPr>
        </p:nvSpPr>
        <p:spPr>
          <a:xfrm>
            <a:off x="311700" y="445025"/>
            <a:ext cx="526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ejecución</a:t>
            </a:r>
            <a:endParaRPr/>
          </a:p>
        </p:txBody>
      </p:sp>
      <p:sp>
        <p:nvSpPr>
          <p:cNvPr id="340" name="Google Shape;340;p2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¿Qué problema ven en este código?</a:t>
            </a:r>
            <a:endParaRPr/>
          </a:p>
        </p:txBody>
      </p:sp>
      <p:sp>
        <p:nvSpPr>
          <p:cNvPr id="346" name="Google Shape;346;p27"/>
          <p:cNvSpPr/>
          <p:nvPr/>
        </p:nvSpPr>
        <p:spPr>
          <a:xfrm rot="10800000">
            <a:off x="1700400" y="1712350"/>
            <a:ext cx="5743500" cy="22953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7"/>
          <p:cNvSpPr/>
          <p:nvPr/>
        </p:nvSpPr>
        <p:spPr>
          <a:xfrm rot="10800000">
            <a:off x="1700366" y="1249554"/>
            <a:ext cx="5743500" cy="4629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1869547" y="1368225"/>
            <a:ext cx="225900" cy="2259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2204004" y="1368225"/>
            <a:ext cx="225900" cy="2259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2538461" y="1368225"/>
            <a:ext cx="225900" cy="2259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1746743" y="1731637"/>
            <a:ext cx="5614200" cy="2223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lang="es">
                <a:solidFill>
                  <a:srgbClr val="383A42"/>
                </a:solidFill>
              </a:rPr>
              <a:t>;</a:t>
            </a:r>
            <a:endParaRPr b="0" i="0" sz="14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¿Qué problema ven en este código?</a:t>
            </a:r>
            <a:endParaRPr/>
          </a:p>
        </p:txBody>
      </p:sp>
      <p:sp>
        <p:nvSpPr>
          <p:cNvPr id="358" name="Google Shape;358;p28"/>
          <p:cNvSpPr/>
          <p:nvPr/>
        </p:nvSpPr>
        <p:spPr>
          <a:xfrm rot="10800000">
            <a:off x="1700400" y="1712350"/>
            <a:ext cx="5743500" cy="22953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8"/>
          <p:cNvSpPr/>
          <p:nvPr/>
        </p:nvSpPr>
        <p:spPr>
          <a:xfrm rot="10800000">
            <a:off x="1700366" y="1249554"/>
            <a:ext cx="5743500" cy="4629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1869547" y="1368225"/>
            <a:ext cx="225900" cy="2259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2204004" y="1368225"/>
            <a:ext cx="225900" cy="2259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2538461" y="1368225"/>
            <a:ext cx="225900" cy="2259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1746743" y="1731637"/>
            <a:ext cx="5614200" cy="2223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4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4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4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4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4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8"/>
          <p:cNvSpPr txBox="1"/>
          <p:nvPr>
            <p:ph type="title"/>
          </p:nvPr>
        </p:nvSpPr>
        <p:spPr>
          <a:xfrm>
            <a:off x="311700" y="4321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20">
                <a:solidFill>
                  <a:schemeClr val="accent4"/>
                </a:solidFill>
              </a:rPr>
              <a:t>División por cero posible!</a:t>
            </a:r>
            <a:endParaRPr sz="2020">
              <a:solidFill>
                <a:schemeClr val="accent4"/>
              </a:solidFill>
            </a:endParaRPr>
          </a:p>
        </p:txBody>
      </p:sp>
      <p:sp>
        <p:nvSpPr>
          <p:cNvPr id="365" name="Google Shape;365;p2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9" title="itera_ni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9575" y="3414350"/>
            <a:ext cx="1846051" cy="184605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Condicional Simple al rescate!</a:t>
            </a:r>
            <a:endParaRPr/>
          </a:p>
        </p:txBody>
      </p:sp>
      <p:sp>
        <p:nvSpPr>
          <p:cNvPr id="372" name="Google Shape;372;p2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73" name="Google Shape;373;p29" title="itera_resultado_correc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97450"/>
            <a:ext cx="1846051" cy="18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"/>
          <p:cNvSpPr txBox="1"/>
          <p:nvPr>
            <p:ph idx="1" type="body"/>
          </p:nvPr>
        </p:nvSpPr>
        <p:spPr>
          <a:xfrm>
            <a:off x="997500" y="1457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if (</a:t>
            </a:r>
            <a:r>
              <a:rPr lang="es" sz="2600">
                <a:solidFill>
                  <a:schemeClr val="accent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cond</a:t>
            </a: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)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	   </a:t>
            </a: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</a:t>
            </a:r>
            <a:endParaRPr sz="26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379" name="Google Shape;3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¿Qué pinta tiene?</a:t>
            </a:r>
            <a:endParaRPr/>
          </a:p>
        </p:txBody>
      </p:sp>
      <p:sp>
        <p:nvSpPr>
          <p:cNvPr id="380" name="Google Shape;380;p3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 txBox="1"/>
          <p:nvPr>
            <p:ph idx="1" type="body"/>
          </p:nvPr>
        </p:nvSpPr>
        <p:spPr>
          <a:xfrm>
            <a:off x="997500" y="1457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if (</a:t>
            </a:r>
            <a:r>
              <a:rPr lang="es" sz="2600">
                <a:solidFill>
                  <a:schemeClr val="accent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cond</a:t>
            </a: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)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	   </a:t>
            </a: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</a:t>
            </a:r>
            <a:endParaRPr sz="26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386" name="Google Shape;386;p31"/>
          <p:cNvSpPr txBox="1"/>
          <p:nvPr>
            <p:ph idx="2" type="body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Si se cumple la condición </a:t>
            </a:r>
            <a:r>
              <a:rPr b="1" lang="es" sz="2000">
                <a:solidFill>
                  <a:schemeClr val="accent4"/>
                </a:solidFill>
              </a:rPr>
              <a:t>cond</a:t>
            </a:r>
            <a:r>
              <a:rPr lang="es" sz="2000"/>
              <a:t>, entonces se ejecuta el programa </a:t>
            </a:r>
            <a:r>
              <a:rPr b="1" lang="es" sz="2000">
                <a:solidFill>
                  <a:schemeClr val="accent1"/>
                </a:solidFill>
              </a:rPr>
              <a:t>prog.</a:t>
            </a:r>
            <a:endParaRPr b="1" sz="2000">
              <a:solidFill>
                <a:schemeClr val="accent1"/>
              </a:solidFill>
            </a:endParaRPr>
          </a:p>
        </p:txBody>
      </p:sp>
      <p:sp>
        <p:nvSpPr>
          <p:cNvPr id="387" name="Google Shape;3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¿Qué pinta tiene?</a:t>
            </a:r>
            <a:endParaRPr/>
          </a:p>
        </p:txBody>
      </p:sp>
      <p:sp>
        <p:nvSpPr>
          <p:cNvPr id="388" name="Google Shape;388;p3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¿Qué pinta tiene?</a:t>
            </a:r>
            <a:endParaRPr/>
          </a:p>
        </p:txBody>
      </p:sp>
      <p:sp>
        <p:nvSpPr>
          <p:cNvPr id="394" name="Google Shape;394;p32"/>
          <p:cNvSpPr txBox="1"/>
          <p:nvPr>
            <p:ph idx="1" type="body"/>
          </p:nvPr>
        </p:nvSpPr>
        <p:spPr>
          <a:xfrm>
            <a:off x="997500" y="1457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if (</a:t>
            </a:r>
            <a:r>
              <a:rPr lang="es" sz="2600">
                <a:solidFill>
                  <a:schemeClr val="accent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cond</a:t>
            </a: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)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	   </a:t>
            </a: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</a:t>
            </a:r>
            <a:endParaRPr sz="26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395" name="Google Shape;395;p32"/>
          <p:cNvSpPr txBox="1"/>
          <p:nvPr>
            <p:ph idx="2" type="body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Si se cumple la condición </a:t>
            </a:r>
            <a:r>
              <a:rPr b="1" lang="es" sz="2000">
                <a:solidFill>
                  <a:schemeClr val="accent4"/>
                </a:solidFill>
              </a:rPr>
              <a:t>cond</a:t>
            </a:r>
            <a:r>
              <a:rPr lang="es" sz="2000"/>
              <a:t>, entonces se ejecuta el programa </a:t>
            </a:r>
            <a:r>
              <a:rPr b="1" lang="es" sz="2000">
                <a:solidFill>
                  <a:schemeClr val="accent1"/>
                </a:solidFill>
              </a:rPr>
              <a:t>prog.</a:t>
            </a:r>
            <a:endParaRPr b="1" sz="2000">
              <a:solidFill>
                <a:schemeClr val="accent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La condición </a:t>
            </a:r>
            <a:r>
              <a:rPr b="1" lang="es" sz="2000">
                <a:solidFill>
                  <a:schemeClr val="accent4"/>
                </a:solidFill>
              </a:rPr>
              <a:t>cond</a:t>
            </a:r>
            <a:r>
              <a:rPr lang="es" sz="2000"/>
              <a:t> debe ser una </a:t>
            </a:r>
            <a:r>
              <a:rPr lang="es" sz="2000">
                <a:solidFill>
                  <a:srgbClr val="6D9EEB"/>
                </a:solidFill>
              </a:rPr>
              <a:t>expresión</a:t>
            </a:r>
            <a:r>
              <a:rPr lang="es" sz="2000"/>
              <a:t> </a:t>
            </a:r>
            <a:r>
              <a:rPr lang="es" sz="2000">
                <a:solidFill>
                  <a:srgbClr val="6D9EEB"/>
                </a:solidFill>
              </a:rPr>
              <a:t>booleana</a:t>
            </a:r>
            <a:r>
              <a:rPr lang="es" sz="2000"/>
              <a:t>.</a:t>
            </a:r>
            <a:endParaRPr sz="2000"/>
          </a:p>
        </p:txBody>
      </p:sp>
      <p:sp>
        <p:nvSpPr>
          <p:cNvPr id="396" name="Google Shape;396;p3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 txBox="1"/>
          <p:nvPr>
            <p:ph idx="1" type="body"/>
          </p:nvPr>
        </p:nvSpPr>
        <p:spPr>
          <a:xfrm>
            <a:off x="997500" y="1457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if (</a:t>
            </a:r>
            <a:r>
              <a:rPr lang="es" sz="2600">
                <a:solidFill>
                  <a:schemeClr val="accent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cond</a:t>
            </a: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)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	   </a:t>
            </a: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</a:t>
            </a:r>
            <a:endParaRPr sz="26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402" name="Google Shape;402;p33"/>
          <p:cNvSpPr txBox="1"/>
          <p:nvPr>
            <p:ph idx="2" type="body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Si se cumple la condición </a:t>
            </a:r>
            <a:r>
              <a:rPr b="1" lang="es" sz="2000">
                <a:solidFill>
                  <a:schemeClr val="accent4"/>
                </a:solidFill>
              </a:rPr>
              <a:t>cond</a:t>
            </a:r>
            <a:r>
              <a:rPr lang="es" sz="2000"/>
              <a:t>, entonces se ejecuta el programa </a:t>
            </a:r>
            <a:r>
              <a:rPr b="1" lang="es" sz="2000">
                <a:solidFill>
                  <a:schemeClr val="accent1"/>
                </a:solidFill>
              </a:rPr>
              <a:t>prog.</a:t>
            </a:r>
            <a:endParaRPr b="1" sz="2000">
              <a:solidFill>
                <a:schemeClr val="accent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La condición </a:t>
            </a:r>
            <a:r>
              <a:rPr b="1" lang="es" sz="2000">
                <a:solidFill>
                  <a:schemeClr val="accent4"/>
                </a:solidFill>
              </a:rPr>
              <a:t>cond</a:t>
            </a:r>
            <a:r>
              <a:rPr lang="es" sz="2000"/>
              <a:t> debe ser una </a:t>
            </a:r>
            <a:r>
              <a:rPr lang="es" sz="2000">
                <a:solidFill>
                  <a:srgbClr val="6D9EEB"/>
                </a:solidFill>
              </a:rPr>
              <a:t>expresión</a:t>
            </a:r>
            <a:r>
              <a:rPr lang="es" sz="2000"/>
              <a:t> </a:t>
            </a:r>
            <a:r>
              <a:rPr lang="es" sz="2000">
                <a:solidFill>
                  <a:srgbClr val="6D9EEB"/>
                </a:solidFill>
              </a:rPr>
              <a:t>booleana</a:t>
            </a:r>
            <a:r>
              <a:rPr lang="es" sz="2000"/>
              <a:t>.</a:t>
            </a:r>
            <a:endParaRPr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¿Cambia la traza del programa?</a:t>
            </a:r>
            <a:endParaRPr sz="2000"/>
          </a:p>
        </p:txBody>
      </p:sp>
      <p:sp>
        <p:nvSpPr>
          <p:cNvPr id="403" name="Google Shape;40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¿Qué pinta tiene?</a:t>
            </a:r>
            <a:endParaRPr/>
          </a:p>
        </p:txBody>
      </p:sp>
      <p:pic>
        <p:nvPicPr>
          <p:cNvPr id="404" name="Google Shape;404;p33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0000" y="3569475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Simple</a:t>
            </a:r>
            <a:endParaRPr/>
          </a:p>
        </p:txBody>
      </p:sp>
      <p:sp>
        <p:nvSpPr>
          <p:cNvPr id="411" name="Google Shape;411;p34"/>
          <p:cNvSpPr/>
          <p:nvPr/>
        </p:nvSpPr>
        <p:spPr>
          <a:xfrm rot="10800000">
            <a:off x="631475" y="1852900"/>
            <a:ext cx="5480700" cy="27426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4"/>
          <p:cNvSpPr/>
          <p:nvPr/>
        </p:nvSpPr>
        <p:spPr>
          <a:xfrm rot="10800000">
            <a:off x="631443" y="1461875"/>
            <a:ext cx="5480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4"/>
          <p:cNvSpPr/>
          <p:nvPr/>
        </p:nvSpPr>
        <p:spPr>
          <a:xfrm>
            <a:off x="774949" y="1562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1057981" y="1562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1341012" y="1562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4"/>
          <p:cNvSpPr txBox="1"/>
          <p:nvPr/>
        </p:nvSpPr>
        <p:spPr>
          <a:xfrm>
            <a:off x="676063" y="1876368"/>
            <a:ext cx="5356800" cy="265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7469650" y="3505075"/>
            <a:ext cx="5220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6561350" y="95125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6561350" y="15409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6561350" y="213070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34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2" name="Google Shape;422;p34"/>
          <p:cNvCxnSpPr>
            <a:endCxn id="418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23" name="Google Shape;423;p34"/>
          <p:cNvCxnSpPr>
            <a:stCxn id="418" idx="4"/>
            <a:endCxn id="419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4" name="Google Shape;424;p34"/>
          <p:cNvCxnSpPr>
            <a:stCxn id="419" idx="4"/>
            <a:endCxn id="420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5" name="Google Shape;425;p34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6472400" y="4177450"/>
            <a:ext cx="5982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7" name="Google Shape;427;p34"/>
          <p:cNvCxnSpPr>
            <a:stCxn id="425" idx="2"/>
            <a:endCxn id="426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28" name="Google Shape;428;p34"/>
          <p:cNvCxnSpPr>
            <a:stCxn id="417" idx="0"/>
            <a:endCxn id="425" idx="3"/>
          </p:cNvCxnSpPr>
          <p:nvPr/>
        </p:nvCxnSpPr>
        <p:spPr>
          <a:xfrm flipH="1" rot="5400000">
            <a:off x="7169650" y="2944075"/>
            <a:ext cx="423900" cy="69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429" name="Google Shape;429;p34"/>
          <p:cNvCxnSpPr>
            <a:stCxn id="417" idx="4"/>
            <a:endCxn id="426" idx="2"/>
          </p:cNvCxnSpPr>
          <p:nvPr/>
        </p:nvCxnSpPr>
        <p:spPr>
          <a:xfrm rot="5400000">
            <a:off x="7144450" y="3804775"/>
            <a:ext cx="459000" cy="713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30" name="Google Shape;430;p34"/>
          <p:cNvCxnSpPr>
            <a:stCxn id="420" idx="4"/>
            <a:endCxn id="425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31" name="Google Shape;431;p34"/>
          <p:cNvSpPr/>
          <p:nvPr/>
        </p:nvSpPr>
        <p:spPr>
          <a:xfrm>
            <a:off x="176750" y="2865250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176750" y="3081175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4"/>
          <p:cNvSpPr txBox="1"/>
          <p:nvPr>
            <p:ph type="title"/>
          </p:nvPr>
        </p:nvSpPr>
        <p:spPr>
          <a:xfrm>
            <a:off x="345700" y="88165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420">
                <a:solidFill>
                  <a:schemeClr val="dk2"/>
                </a:solidFill>
              </a:rPr>
              <a:t>Caso</a:t>
            </a:r>
            <a:r>
              <a:rPr lang="es" sz="1420">
                <a:solidFill>
                  <a:srgbClr val="CCCCCC"/>
                </a:solidFill>
              </a:rPr>
              <a:t> </a:t>
            </a:r>
            <a:r>
              <a:rPr lang="es" sz="1420">
                <a:solidFill>
                  <a:schemeClr val="accent4"/>
                </a:solidFill>
              </a:rPr>
              <a:t>1</a:t>
            </a:r>
            <a:endParaRPr sz="1420">
              <a:solidFill>
                <a:schemeClr val="accent4"/>
              </a:solidFill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7510125" y="2053475"/>
            <a:ext cx="1160700" cy="471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Decisión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3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Simple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42" name="Google Shape;442;p35"/>
          <p:cNvSpPr/>
          <p:nvPr/>
        </p:nvSpPr>
        <p:spPr>
          <a:xfrm rot="10800000">
            <a:off x="631475" y="1852900"/>
            <a:ext cx="5480700" cy="27426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5"/>
          <p:cNvSpPr/>
          <p:nvPr/>
        </p:nvSpPr>
        <p:spPr>
          <a:xfrm rot="10800000">
            <a:off x="631443" y="1461875"/>
            <a:ext cx="5480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774949" y="1562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1057981" y="1562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1341012" y="1562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5"/>
          <p:cNvSpPr txBox="1"/>
          <p:nvPr/>
        </p:nvSpPr>
        <p:spPr>
          <a:xfrm>
            <a:off x="676063" y="1876368"/>
            <a:ext cx="5356800" cy="265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7405450" y="3505075"/>
            <a:ext cx="5487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65613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65613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65613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35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35"/>
          <p:cNvCxnSpPr>
            <a:endCxn id="449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35"/>
          <p:cNvCxnSpPr>
            <a:stCxn id="449" idx="2"/>
            <a:endCxn id="450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35"/>
          <p:cNvCxnSpPr>
            <a:stCxn id="450" idx="2"/>
            <a:endCxn id="451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6" name="Google Shape;456;p35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5"/>
          <p:cNvSpPr/>
          <p:nvPr/>
        </p:nvSpPr>
        <p:spPr>
          <a:xfrm>
            <a:off x="6447800" y="4177450"/>
            <a:ext cx="6474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p35"/>
          <p:cNvCxnSpPr>
            <a:stCxn id="456" idx="2"/>
            <a:endCxn id="457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9" name="Google Shape;459;p35"/>
          <p:cNvCxnSpPr>
            <a:stCxn id="448" idx="0"/>
            <a:endCxn id="456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60" name="Google Shape;460;p35"/>
          <p:cNvCxnSpPr>
            <a:stCxn id="448" idx="4"/>
            <a:endCxn id="457" idx="2"/>
          </p:cNvCxnSpPr>
          <p:nvPr/>
        </p:nvCxnSpPr>
        <p:spPr>
          <a:xfrm rot="5400000">
            <a:off x="7131250" y="3842425"/>
            <a:ext cx="459000" cy="63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1" name="Google Shape;461;p35"/>
          <p:cNvCxnSpPr>
            <a:stCxn id="451" idx="2"/>
            <a:endCxn id="456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2" name="Google Shape;462;p35"/>
          <p:cNvSpPr/>
          <p:nvPr/>
        </p:nvSpPr>
        <p:spPr>
          <a:xfrm>
            <a:off x="176750" y="3073138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176750" y="3417863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5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5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personas=0</a:t>
            </a:r>
            <a:endParaRPr b="0" i="0" sz="16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5"/>
          <p:cNvSpPr txBox="1"/>
          <p:nvPr>
            <p:ph type="title"/>
          </p:nvPr>
        </p:nvSpPr>
        <p:spPr>
          <a:xfrm>
            <a:off x="345700" y="88165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420">
                <a:solidFill>
                  <a:schemeClr val="dk2"/>
                </a:solidFill>
              </a:rPr>
              <a:t>Caso</a:t>
            </a:r>
            <a:r>
              <a:rPr lang="es" sz="1420">
                <a:solidFill>
                  <a:srgbClr val="CCCCCC"/>
                </a:solidFill>
              </a:rPr>
              <a:t> </a:t>
            </a:r>
            <a:r>
              <a:rPr lang="es" sz="1420">
                <a:solidFill>
                  <a:schemeClr val="accent4"/>
                </a:solidFill>
              </a:rPr>
              <a:t>1</a:t>
            </a:r>
            <a:endParaRPr sz="1420">
              <a:solidFill>
                <a:schemeClr val="accent4"/>
              </a:solidFill>
            </a:endParaRPr>
          </a:p>
        </p:txBody>
      </p:sp>
      <p:sp>
        <p:nvSpPr>
          <p:cNvPr id="467" name="Google Shape;467;p3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6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Simple</a:t>
            </a:r>
            <a:endParaRPr/>
          </a:p>
        </p:txBody>
      </p:sp>
      <p:sp>
        <p:nvSpPr>
          <p:cNvPr id="473" name="Google Shape;473;p36"/>
          <p:cNvSpPr/>
          <p:nvPr/>
        </p:nvSpPr>
        <p:spPr>
          <a:xfrm rot="10800000">
            <a:off x="631475" y="1852900"/>
            <a:ext cx="5480700" cy="27426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6"/>
          <p:cNvSpPr/>
          <p:nvPr/>
        </p:nvSpPr>
        <p:spPr>
          <a:xfrm rot="10800000">
            <a:off x="631443" y="1461875"/>
            <a:ext cx="5480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6"/>
          <p:cNvSpPr/>
          <p:nvPr/>
        </p:nvSpPr>
        <p:spPr>
          <a:xfrm>
            <a:off x="774949" y="1562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6"/>
          <p:cNvSpPr/>
          <p:nvPr/>
        </p:nvSpPr>
        <p:spPr>
          <a:xfrm>
            <a:off x="1057981" y="1562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6"/>
          <p:cNvSpPr/>
          <p:nvPr/>
        </p:nvSpPr>
        <p:spPr>
          <a:xfrm>
            <a:off x="1341012" y="1562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6"/>
          <p:cNvSpPr txBox="1"/>
          <p:nvPr/>
        </p:nvSpPr>
        <p:spPr>
          <a:xfrm>
            <a:off x="676063" y="1876368"/>
            <a:ext cx="5356800" cy="265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7356100" y="3505075"/>
            <a:ext cx="6474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6"/>
          <p:cNvSpPr/>
          <p:nvPr/>
        </p:nvSpPr>
        <p:spPr>
          <a:xfrm>
            <a:off x="65613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6"/>
          <p:cNvSpPr/>
          <p:nvPr/>
        </p:nvSpPr>
        <p:spPr>
          <a:xfrm>
            <a:off x="65613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65613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36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4" name="Google Shape;484;p36"/>
          <p:cNvCxnSpPr>
            <a:endCxn id="480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5" name="Google Shape;485;p36"/>
          <p:cNvCxnSpPr>
            <a:stCxn id="480" idx="2"/>
            <a:endCxn id="481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6" name="Google Shape;486;p36"/>
          <p:cNvCxnSpPr>
            <a:stCxn id="481" idx="2"/>
            <a:endCxn id="482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7" name="Google Shape;487;p36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6"/>
          <p:cNvSpPr/>
          <p:nvPr/>
        </p:nvSpPr>
        <p:spPr>
          <a:xfrm>
            <a:off x="6447800" y="4177450"/>
            <a:ext cx="647400" cy="426900"/>
          </a:xfrm>
          <a:prstGeom prst="parallelogram">
            <a:avLst>
              <a:gd fmla="val 25000" name="adj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36"/>
          <p:cNvCxnSpPr>
            <a:stCxn id="487" idx="2"/>
            <a:endCxn id="488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0" name="Google Shape;490;p36"/>
          <p:cNvCxnSpPr>
            <a:stCxn id="479" idx="0"/>
            <a:endCxn id="487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91" name="Google Shape;491;p36"/>
          <p:cNvCxnSpPr>
            <a:stCxn id="479" idx="4"/>
            <a:endCxn id="488" idx="2"/>
          </p:cNvCxnSpPr>
          <p:nvPr/>
        </p:nvCxnSpPr>
        <p:spPr>
          <a:xfrm rot="5400000">
            <a:off x="7131250" y="3842425"/>
            <a:ext cx="459000" cy="63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2" name="Google Shape;492;p36"/>
          <p:cNvCxnSpPr>
            <a:stCxn id="482" idx="2"/>
            <a:endCxn id="487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3" name="Google Shape;493;p36"/>
          <p:cNvSpPr/>
          <p:nvPr/>
        </p:nvSpPr>
        <p:spPr>
          <a:xfrm>
            <a:off x="176750" y="3425613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176750" y="4143138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6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6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personas=0</a:t>
            </a:r>
            <a:endParaRPr b="0" i="0" sz="16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6"/>
          <p:cNvSpPr txBox="1"/>
          <p:nvPr/>
        </p:nvSpPr>
        <p:spPr>
          <a:xfrm rot="-5400000">
            <a:off x="6460025" y="35066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6"/>
          <p:cNvSpPr txBox="1"/>
          <p:nvPr>
            <p:ph type="title"/>
          </p:nvPr>
        </p:nvSpPr>
        <p:spPr>
          <a:xfrm>
            <a:off x="345700" y="88165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420">
                <a:solidFill>
                  <a:schemeClr val="dk2"/>
                </a:solidFill>
              </a:rPr>
              <a:t>Caso</a:t>
            </a:r>
            <a:r>
              <a:rPr lang="es" sz="1420">
                <a:solidFill>
                  <a:srgbClr val="CCCCCC"/>
                </a:solidFill>
              </a:rPr>
              <a:t> </a:t>
            </a:r>
            <a:r>
              <a:rPr lang="es" sz="1420">
                <a:solidFill>
                  <a:schemeClr val="accent4"/>
                </a:solidFill>
              </a:rPr>
              <a:t>1</a:t>
            </a:r>
            <a:endParaRPr sz="1420">
              <a:solidFill>
                <a:schemeClr val="accent4"/>
              </a:solidFill>
            </a:endParaRPr>
          </a:p>
        </p:txBody>
      </p:sp>
      <p:sp>
        <p:nvSpPr>
          <p:cNvPr id="499" name="Google Shape;499;p3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7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Simple</a:t>
            </a:r>
            <a:endParaRPr/>
          </a:p>
        </p:txBody>
      </p:sp>
      <p:sp>
        <p:nvSpPr>
          <p:cNvPr id="505" name="Google Shape;505;p37"/>
          <p:cNvSpPr/>
          <p:nvPr/>
        </p:nvSpPr>
        <p:spPr>
          <a:xfrm rot="10800000">
            <a:off x="631475" y="1852900"/>
            <a:ext cx="5480700" cy="27426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7"/>
          <p:cNvSpPr/>
          <p:nvPr/>
        </p:nvSpPr>
        <p:spPr>
          <a:xfrm rot="10800000">
            <a:off x="631443" y="1461875"/>
            <a:ext cx="5480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7"/>
          <p:cNvSpPr/>
          <p:nvPr/>
        </p:nvSpPr>
        <p:spPr>
          <a:xfrm>
            <a:off x="774949" y="1562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7"/>
          <p:cNvSpPr/>
          <p:nvPr/>
        </p:nvSpPr>
        <p:spPr>
          <a:xfrm>
            <a:off x="1057981" y="1562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7"/>
          <p:cNvSpPr/>
          <p:nvPr/>
        </p:nvSpPr>
        <p:spPr>
          <a:xfrm>
            <a:off x="1341012" y="1562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7"/>
          <p:cNvSpPr txBox="1"/>
          <p:nvPr/>
        </p:nvSpPr>
        <p:spPr>
          <a:xfrm>
            <a:off x="676063" y="1876368"/>
            <a:ext cx="5356800" cy="265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7"/>
          <p:cNvSpPr/>
          <p:nvPr/>
        </p:nvSpPr>
        <p:spPr>
          <a:xfrm>
            <a:off x="7370800" y="3505075"/>
            <a:ext cx="6180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7"/>
          <p:cNvSpPr/>
          <p:nvPr/>
        </p:nvSpPr>
        <p:spPr>
          <a:xfrm>
            <a:off x="65613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7"/>
          <p:cNvSpPr/>
          <p:nvPr/>
        </p:nvSpPr>
        <p:spPr>
          <a:xfrm>
            <a:off x="65613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7"/>
          <p:cNvSpPr/>
          <p:nvPr/>
        </p:nvSpPr>
        <p:spPr>
          <a:xfrm>
            <a:off x="65613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5" name="Google Shape;515;p37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6" name="Google Shape;516;p37"/>
          <p:cNvCxnSpPr>
            <a:endCxn id="512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7" name="Google Shape;517;p37"/>
          <p:cNvCxnSpPr>
            <a:stCxn id="512" idx="2"/>
            <a:endCxn id="513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8" name="Google Shape;518;p37"/>
          <p:cNvCxnSpPr>
            <a:stCxn id="513" idx="2"/>
            <a:endCxn id="514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9" name="Google Shape;519;p37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7"/>
          <p:cNvSpPr/>
          <p:nvPr/>
        </p:nvSpPr>
        <p:spPr>
          <a:xfrm>
            <a:off x="6427675" y="4177450"/>
            <a:ext cx="6876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1" name="Google Shape;521;p37"/>
          <p:cNvCxnSpPr>
            <a:stCxn id="519" idx="2"/>
            <a:endCxn id="520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2" name="Google Shape;522;p37"/>
          <p:cNvCxnSpPr>
            <a:stCxn id="511" idx="0"/>
            <a:endCxn id="519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23" name="Google Shape;523;p37"/>
          <p:cNvCxnSpPr>
            <a:stCxn id="511" idx="4"/>
            <a:endCxn id="520" idx="2"/>
          </p:cNvCxnSpPr>
          <p:nvPr/>
        </p:nvCxnSpPr>
        <p:spPr>
          <a:xfrm rot="5400000">
            <a:off x="7141300" y="3852475"/>
            <a:ext cx="4590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4" name="Google Shape;524;p37"/>
          <p:cNvCxnSpPr>
            <a:stCxn id="514" idx="2"/>
            <a:endCxn id="519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5" name="Google Shape;525;p37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7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personas=0</a:t>
            </a:r>
            <a:endParaRPr b="0" i="0" sz="16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7"/>
          <p:cNvSpPr txBox="1"/>
          <p:nvPr/>
        </p:nvSpPr>
        <p:spPr>
          <a:xfrm rot="-5400000">
            <a:off x="6460025" y="35066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7"/>
          <p:cNvSpPr/>
          <p:nvPr/>
        </p:nvSpPr>
        <p:spPr>
          <a:xfrm>
            <a:off x="176750" y="4144138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7"/>
          <p:cNvSpPr txBox="1"/>
          <p:nvPr>
            <p:ph type="title"/>
          </p:nvPr>
        </p:nvSpPr>
        <p:spPr>
          <a:xfrm>
            <a:off x="345700" y="88165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420">
                <a:solidFill>
                  <a:schemeClr val="dk2"/>
                </a:solidFill>
              </a:rPr>
              <a:t>Caso</a:t>
            </a:r>
            <a:r>
              <a:rPr lang="es" sz="1420">
                <a:solidFill>
                  <a:srgbClr val="CCCCCC"/>
                </a:solidFill>
              </a:rPr>
              <a:t> </a:t>
            </a:r>
            <a:r>
              <a:rPr lang="es" sz="1420">
                <a:solidFill>
                  <a:schemeClr val="accent4"/>
                </a:solidFill>
              </a:rPr>
              <a:t>1</a:t>
            </a:r>
            <a:endParaRPr sz="1420">
              <a:solidFill>
                <a:schemeClr val="accent4"/>
              </a:solidFill>
            </a:endParaRPr>
          </a:p>
        </p:txBody>
      </p:sp>
      <p:sp>
        <p:nvSpPr>
          <p:cNvPr id="530" name="Google Shape;530;p3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8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Simple</a:t>
            </a:r>
            <a:endParaRPr/>
          </a:p>
        </p:txBody>
      </p:sp>
      <p:sp>
        <p:nvSpPr>
          <p:cNvPr id="536" name="Google Shape;536;p38"/>
          <p:cNvSpPr/>
          <p:nvPr/>
        </p:nvSpPr>
        <p:spPr>
          <a:xfrm rot="10800000">
            <a:off x="631475" y="1852900"/>
            <a:ext cx="5480700" cy="27426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8"/>
          <p:cNvSpPr/>
          <p:nvPr/>
        </p:nvSpPr>
        <p:spPr>
          <a:xfrm rot="10800000">
            <a:off x="631443" y="1461875"/>
            <a:ext cx="5480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8"/>
          <p:cNvSpPr/>
          <p:nvPr/>
        </p:nvSpPr>
        <p:spPr>
          <a:xfrm>
            <a:off x="774949" y="1562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8"/>
          <p:cNvSpPr/>
          <p:nvPr/>
        </p:nvSpPr>
        <p:spPr>
          <a:xfrm>
            <a:off x="1057981" y="1562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8"/>
          <p:cNvSpPr/>
          <p:nvPr/>
        </p:nvSpPr>
        <p:spPr>
          <a:xfrm>
            <a:off x="1341012" y="1562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8"/>
          <p:cNvSpPr txBox="1"/>
          <p:nvPr/>
        </p:nvSpPr>
        <p:spPr>
          <a:xfrm>
            <a:off x="676063" y="1876368"/>
            <a:ext cx="5356800" cy="265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8"/>
          <p:cNvSpPr/>
          <p:nvPr/>
        </p:nvSpPr>
        <p:spPr>
          <a:xfrm>
            <a:off x="7334875" y="3505075"/>
            <a:ext cx="6897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8"/>
          <p:cNvSpPr/>
          <p:nvPr/>
        </p:nvSpPr>
        <p:spPr>
          <a:xfrm>
            <a:off x="65613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8"/>
          <p:cNvSpPr/>
          <p:nvPr/>
        </p:nvSpPr>
        <p:spPr>
          <a:xfrm>
            <a:off x="65613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8"/>
          <p:cNvSpPr/>
          <p:nvPr/>
        </p:nvSpPr>
        <p:spPr>
          <a:xfrm>
            <a:off x="65613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6" name="Google Shape;546;p38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7" name="Google Shape;547;p38"/>
          <p:cNvCxnSpPr>
            <a:endCxn id="543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8" name="Google Shape;548;p38"/>
          <p:cNvCxnSpPr>
            <a:stCxn id="543" idx="2"/>
            <a:endCxn id="544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9" name="Google Shape;549;p38"/>
          <p:cNvCxnSpPr>
            <a:stCxn id="544" idx="2"/>
            <a:endCxn id="545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0" name="Google Shape;550;p38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8"/>
          <p:cNvSpPr/>
          <p:nvPr/>
        </p:nvSpPr>
        <p:spPr>
          <a:xfrm>
            <a:off x="6426650" y="4177450"/>
            <a:ext cx="6897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38"/>
          <p:cNvCxnSpPr>
            <a:stCxn id="550" idx="2"/>
            <a:endCxn id="551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3" name="Google Shape;553;p38"/>
          <p:cNvCxnSpPr>
            <a:stCxn id="542" idx="0"/>
            <a:endCxn id="550" idx="3"/>
          </p:cNvCxnSpPr>
          <p:nvPr/>
        </p:nvCxnSpPr>
        <p:spPr>
          <a:xfrm flipH="1" rot="5400000">
            <a:off x="7144225" y="2969575"/>
            <a:ext cx="423900" cy="647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54" name="Google Shape;554;p38"/>
          <p:cNvCxnSpPr>
            <a:stCxn id="542" idx="4"/>
            <a:endCxn id="551" idx="2"/>
          </p:cNvCxnSpPr>
          <p:nvPr/>
        </p:nvCxnSpPr>
        <p:spPr>
          <a:xfrm rot="5400000">
            <a:off x="7141825" y="3853075"/>
            <a:ext cx="459000" cy="616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5" name="Google Shape;555;p38"/>
          <p:cNvCxnSpPr>
            <a:stCxn id="545" idx="2"/>
            <a:endCxn id="550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6" name="Google Shape;556;p38"/>
          <p:cNvSpPr/>
          <p:nvPr/>
        </p:nvSpPr>
        <p:spPr>
          <a:xfrm>
            <a:off x="176750" y="2865250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8"/>
          <p:cNvSpPr/>
          <p:nvPr/>
        </p:nvSpPr>
        <p:spPr>
          <a:xfrm>
            <a:off x="176750" y="3081175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8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8"/>
          <p:cNvSpPr txBox="1"/>
          <p:nvPr>
            <p:ph type="title"/>
          </p:nvPr>
        </p:nvSpPr>
        <p:spPr>
          <a:xfrm>
            <a:off x="345700" y="88165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420">
                <a:solidFill>
                  <a:schemeClr val="dk2"/>
                </a:solidFill>
              </a:rPr>
              <a:t>Caso</a:t>
            </a:r>
            <a:r>
              <a:rPr lang="es" sz="1420">
                <a:solidFill>
                  <a:srgbClr val="CCCCCC"/>
                </a:solidFill>
              </a:rPr>
              <a:t> </a:t>
            </a:r>
            <a:r>
              <a:rPr lang="es" sz="1420">
                <a:solidFill>
                  <a:srgbClr val="6D9EEB"/>
                </a:solidFill>
              </a:rPr>
              <a:t>2</a:t>
            </a:r>
            <a:endParaRPr sz="1420">
              <a:solidFill>
                <a:srgbClr val="6D9EEB"/>
              </a:solidFill>
            </a:endParaRPr>
          </a:p>
        </p:txBody>
      </p:sp>
      <p:sp>
        <p:nvSpPr>
          <p:cNvPr id="560" name="Google Shape;560;p3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9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Simple</a:t>
            </a:r>
            <a:endParaRPr/>
          </a:p>
        </p:txBody>
      </p:sp>
      <p:sp>
        <p:nvSpPr>
          <p:cNvPr id="566" name="Google Shape;566;p39"/>
          <p:cNvSpPr/>
          <p:nvPr/>
        </p:nvSpPr>
        <p:spPr>
          <a:xfrm rot="10800000">
            <a:off x="631475" y="1852900"/>
            <a:ext cx="5480700" cy="27426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9"/>
          <p:cNvSpPr/>
          <p:nvPr/>
        </p:nvSpPr>
        <p:spPr>
          <a:xfrm rot="10800000">
            <a:off x="631443" y="1461875"/>
            <a:ext cx="5480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9"/>
          <p:cNvSpPr/>
          <p:nvPr/>
        </p:nvSpPr>
        <p:spPr>
          <a:xfrm>
            <a:off x="774949" y="1562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9"/>
          <p:cNvSpPr/>
          <p:nvPr/>
        </p:nvSpPr>
        <p:spPr>
          <a:xfrm>
            <a:off x="1057981" y="1562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9"/>
          <p:cNvSpPr/>
          <p:nvPr/>
        </p:nvSpPr>
        <p:spPr>
          <a:xfrm>
            <a:off x="1341012" y="1562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9"/>
          <p:cNvSpPr txBox="1"/>
          <p:nvPr/>
        </p:nvSpPr>
        <p:spPr>
          <a:xfrm>
            <a:off x="676063" y="1876368"/>
            <a:ext cx="5356800" cy="265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9"/>
          <p:cNvSpPr/>
          <p:nvPr/>
        </p:nvSpPr>
        <p:spPr>
          <a:xfrm>
            <a:off x="7380700" y="3505075"/>
            <a:ext cx="5982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9"/>
          <p:cNvSpPr/>
          <p:nvPr/>
        </p:nvSpPr>
        <p:spPr>
          <a:xfrm>
            <a:off x="65613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9"/>
          <p:cNvSpPr/>
          <p:nvPr/>
        </p:nvSpPr>
        <p:spPr>
          <a:xfrm>
            <a:off x="65613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9"/>
          <p:cNvSpPr/>
          <p:nvPr/>
        </p:nvSpPr>
        <p:spPr>
          <a:xfrm>
            <a:off x="65613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p39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7" name="Google Shape;577;p39"/>
          <p:cNvCxnSpPr>
            <a:endCxn id="573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8" name="Google Shape;578;p39"/>
          <p:cNvCxnSpPr>
            <a:stCxn id="573" idx="2"/>
            <a:endCxn id="574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9" name="Google Shape;579;p39"/>
          <p:cNvCxnSpPr>
            <a:stCxn id="574" idx="2"/>
            <a:endCxn id="575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0" name="Google Shape;580;p39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9"/>
          <p:cNvSpPr/>
          <p:nvPr/>
        </p:nvSpPr>
        <p:spPr>
          <a:xfrm>
            <a:off x="6472400" y="4177450"/>
            <a:ext cx="5982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p39"/>
          <p:cNvCxnSpPr>
            <a:stCxn id="580" idx="2"/>
            <a:endCxn id="581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3" name="Google Shape;583;p39"/>
          <p:cNvCxnSpPr>
            <a:stCxn id="572" idx="0"/>
            <a:endCxn id="580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84" name="Google Shape;584;p39"/>
          <p:cNvCxnSpPr>
            <a:stCxn id="572" idx="4"/>
            <a:endCxn id="581" idx="2"/>
          </p:cNvCxnSpPr>
          <p:nvPr/>
        </p:nvCxnSpPr>
        <p:spPr>
          <a:xfrm rot="5400000">
            <a:off x="7118950" y="3830125"/>
            <a:ext cx="459000" cy="66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5" name="Google Shape;585;p39"/>
          <p:cNvCxnSpPr>
            <a:stCxn id="575" idx="2"/>
            <a:endCxn id="580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6" name="Google Shape;586;p39"/>
          <p:cNvSpPr/>
          <p:nvPr/>
        </p:nvSpPr>
        <p:spPr>
          <a:xfrm>
            <a:off x="176750" y="3073138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9"/>
          <p:cNvSpPr/>
          <p:nvPr/>
        </p:nvSpPr>
        <p:spPr>
          <a:xfrm>
            <a:off x="176750" y="3417863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9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9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</a:t>
            </a:r>
            <a:r>
              <a:rPr b="1" i="0" lang="es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9"/>
          <p:cNvSpPr txBox="1"/>
          <p:nvPr>
            <p:ph type="title"/>
          </p:nvPr>
        </p:nvSpPr>
        <p:spPr>
          <a:xfrm>
            <a:off x="345700" y="88165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420">
                <a:solidFill>
                  <a:schemeClr val="dk2"/>
                </a:solidFill>
              </a:rPr>
              <a:t>Caso</a:t>
            </a:r>
            <a:r>
              <a:rPr lang="es" sz="1420">
                <a:solidFill>
                  <a:srgbClr val="CCCCCC"/>
                </a:solidFill>
              </a:rPr>
              <a:t> </a:t>
            </a:r>
            <a:r>
              <a:rPr lang="es" sz="1420">
                <a:solidFill>
                  <a:srgbClr val="6D9EEB"/>
                </a:solidFill>
              </a:rPr>
              <a:t>2</a:t>
            </a:r>
            <a:endParaRPr sz="1420">
              <a:solidFill>
                <a:srgbClr val="6D9EEB"/>
              </a:solidFill>
            </a:endParaRPr>
          </a:p>
        </p:txBody>
      </p:sp>
      <p:sp>
        <p:nvSpPr>
          <p:cNvPr id="591" name="Google Shape;591;p3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0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Simple</a:t>
            </a:r>
            <a:endParaRPr/>
          </a:p>
        </p:txBody>
      </p:sp>
      <p:sp>
        <p:nvSpPr>
          <p:cNvPr id="597" name="Google Shape;597;p40"/>
          <p:cNvSpPr/>
          <p:nvPr/>
        </p:nvSpPr>
        <p:spPr>
          <a:xfrm rot="10800000">
            <a:off x="631475" y="1852900"/>
            <a:ext cx="5480700" cy="27426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0"/>
          <p:cNvSpPr/>
          <p:nvPr/>
        </p:nvSpPr>
        <p:spPr>
          <a:xfrm rot="10800000">
            <a:off x="631443" y="1461875"/>
            <a:ext cx="5480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0"/>
          <p:cNvSpPr/>
          <p:nvPr/>
        </p:nvSpPr>
        <p:spPr>
          <a:xfrm>
            <a:off x="774949" y="1562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0"/>
          <p:cNvSpPr/>
          <p:nvPr/>
        </p:nvSpPr>
        <p:spPr>
          <a:xfrm>
            <a:off x="1057981" y="1562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0"/>
          <p:cNvSpPr/>
          <p:nvPr/>
        </p:nvSpPr>
        <p:spPr>
          <a:xfrm>
            <a:off x="1341012" y="1562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0"/>
          <p:cNvSpPr txBox="1"/>
          <p:nvPr/>
        </p:nvSpPr>
        <p:spPr>
          <a:xfrm>
            <a:off x="676063" y="1876368"/>
            <a:ext cx="5356800" cy="265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0"/>
          <p:cNvSpPr/>
          <p:nvPr/>
        </p:nvSpPr>
        <p:spPr>
          <a:xfrm>
            <a:off x="7380700" y="3505075"/>
            <a:ext cx="598200" cy="426900"/>
          </a:xfrm>
          <a:prstGeom prst="parallelogram">
            <a:avLst>
              <a:gd fmla="val 25000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0"/>
          <p:cNvSpPr/>
          <p:nvPr/>
        </p:nvSpPr>
        <p:spPr>
          <a:xfrm>
            <a:off x="65613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0"/>
          <p:cNvSpPr/>
          <p:nvPr/>
        </p:nvSpPr>
        <p:spPr>
          <a:xfrm>
            <a:off x="65613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0"/>
          <p:cNvSpPr/>
          <p:nvPr/>
        </p:nvSpPr>
        <p:spPr>
          <a:xfrm>
            <a:off x="65613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p40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" name="Google Shape;608;p40"/>
          <p:cNvCxnSpPr>
            <a:endCxn id="604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9" name="Google Shape;609;p40"/>
          <p:cNvCxnSpPr>
            <a:stCxn id="604" idx="2"/>
            <a:endCxn id="605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0" name="Google Shape;610;p40"/>
          <p:cNvCxnSpPr>
            <a:stCxn id="605" idx="2"/>
            <a:endCxn id="606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1" name="Google Shape;611;p40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0"/>
          <p:cNvSpPr/>
          <p:nvPr/>
        </p:nvSpPr>
        <p:spPr>
          <a:xfrm>
            <a:off x="6472400" y="4177450"/>
            <a:ext cx="5982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3" name="Google Shape;613;p40"/>
          <p:cNvCxnSpPr>
            <a:stCxn id="611" idx="2"/>
            <a:endCxn id="612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4" name="Google Shape;614;p40"/>
          <p:cNvCxnSpPr>
            <a:stCxn id="603" idx="0"/>
            <a:endCxn id="611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15" name="Google Shape;615;p40"/>
          <p:cNvCxnSpPr>
            <a:stCxn id="603" idx="4"/>
            <a:endCxn id="612" idx="2"/>
          </p:cNvCxnSpPr>
          <p:nvPr/>
        </p:nvCxnSpPr>
        <p:spPr>
          <a:xfrm rot="5400000">
            <a:off x="7118950" y="3830125"/>
            <a:ext cx="459000" cy="66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6" name="Google Shape;616;p40"/>
          <p:cNvCxnSpPr>
            <a:stCxn id="606" idx="2"/>
            <a:endCxn id="611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7" name="Google Shape;617;p40"/>
          <p:cNvSpPr/>
          <p:nvPr/>
        </p:nvSpPr>
        <p:spPr>
          <a:xfrm>
            <a:off x="176750" y="3425613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0"/>
          <p:cNvSpPr/>
          <p:nvPr/>
        </p:nvSpPr>
        <p:spPr>
          <a:xfrm>
            <a:off x="176750" y="3762138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0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0"/>
          <p:cNvSpPr txBox="1"/>
          <p:nvPr/>
        </p:nvSpPr>
        <p:spPr>
          <a:xfrm>
            <a:off x="7131075" y="28033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0"/>
          <p:cNvSpPr txBox="1"/>
          <p:nvPr>
            <p:ph type="title"/>
          </p:nvPr>
        </p:nvSpPr>
        <p:spPr>
          <a:xfrm>
            <a:off x="345700" y="88165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420">
                <a:solidFill>
                  <a:schemeClr val="dk2"/>
                </a:solidFill>
              </a:rPr>
              <a:t>Caso</a:t>
            </a:r>
            <a:r>
              <a:rPr lang="es" sz="1420">
                <a:solidFill>
                  <a:srgbClr val="CCCCCC"/>
                </a:solidFill>
              </a:rPr>
              <a:t> </a:t>
            </a:r>
            <a:r>
              <a:rPr lang="es" sz="1420">
                <a:solidFill>
                  <a:srgbClr val="6D9EEB"/>
                </a:solidFill>
              </a:rPr>
              <a:t>2</a:t>
            </a:r>
            <a:endParaRPr sz="1420">
              <a:solidFill>
                <a:srgbClr val="6D9EEB"/>
              </a:solidFill>
            </a:endParaRPr>
          </a:p>
        </p:txBody>
      </p:sp>
      <p:sp>
        <p:nvSpPr>
          <p:cNvPr id="622" name="Google Shape;622;p40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</a:t>
            </a:r>
            <a:r>
              <a:rPr b="1" i="0" lang="es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1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Simple</a:t>
            </a:r>
            <a:endParaRPr/>
          </a:p>
        </p:txBody>
      </p:sp>
      <p:sp>
        <p:nvSpPr>
          <p:cNvPr id="629" name="Google Shape;629;p41"/>
          <p:cNvSpPr/>
          <p:nvPr/>
        </p:nvSpPr>
        <p:spPr>
          <a:xfrm rot="10800000">
            <a:off x="631475" y="1852900"/>
            <a:ext cx="5480700" cy="27426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1"/>
          <p:cNvSpPr/>
          <p:nvPr/>
        </p:nvSpPr>
        <p:spPr>
          <a:xfrm rot="10800000">
            <a:off x="631443" y="1461875"/>
            <a:ext cx="5480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1"/>
          <p:cNvSpPr/>
          <p:nvPr/>
        </p:nvSpPr>
        <p:spPr>
          <a:xfrm>
            <a:off x="774949" y="1562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1057981" y="1562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1"/>
          <p:cNvSpPr/>
          <p:nvPr/>
        </p:nvSpPr>
        <p:spPr>
          <a:xfrm>
            <a:off x="1341012" y="1562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1"/>
          <p:cNvSpPr txBox="1"/>
          <p:nvPr/>
        </p:nvSpPr>
        <p:spPr>
          <a:xfrm>
            <a:off x="676063" y="1876368"/>
            <a:ext cx="5356800" cy="265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1"/>
          <p:cNvSpPr/>
          <p:nvPr/>
        </p:nvSpPr>
        <p:spPr>
          <a:xfrm>
            <a:off x="7356100" y="3505075"/>
            <a:ext cx="6474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1"/>
          <p:cNvSpPr/>
          <p:nvPr/>
        </p:nvSpPr>
        <p:spPr>
          <a:xfrm>
            <a:off x="65613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1"/>
          <p:cNvSpPr/>
          <p:nvPr/>
        </p:nvSpPr>
        <p:spPr>
          <a:xfrm>
            <a:off x="65613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1"/>
          <p:cNvSpPr/>
          <p:nvPr/>
        </p:nvSpPr>
        <p:spPr>
          <a:xfrm>
            <a:off x="65613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9" name="Google Shape;639;p41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0" name="Google Shape;640;p41"/>
          <p:cNvCxnSpPr>
            <a:endCxn id="636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1" name="Google Shape;641;p41"/>
          <p:cNvCxnSpPr>
            <a:stCxn id="636" idx="2"/>
            <a:endCxn id="637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2" name="Google Shape;642;p41"/>
          <p:cNvCxnSpPr>
            <a:stCxn id="637" idx="2"/>
            <a:endCxn id="638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3" name="Google Shape;643;p41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1"/>
          <p:cNvSpPr/>
          <p:nvPr/>
        </p:nvSpPr>
        <p:spPr>
          <a:xfrm>
            <a:off x="6447800" y="4177450"/>
            <a:ext cx="647400" cy="426900"/>
          </a:xfrm>
          <a:prstGeom prst="parallelogram">
            <a:avLst>
              <a:gd fmla="val 25000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p41"/>
          <p:cNvCxnSpPr>
            <a:stCxn id="643" idx="2"/>
            <a:endCxn id="644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6" name="Google Shape;646;p41"/>
          <p:cNvCxnSpPr>
            <a:stCxn id="635" idx="0"/>
            <a:endCxn id="643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47" name="Google Shape;647;p41"/>
          <p:cNvCxnSpPr>
            <a:stCxn id="635" idx="4"/>
            <a:endCxn id="644" idx="2"/>
          </p:cNvCxnSpPr>
          <p:nvPr/>
        </p:nvCxnSpPr>
        <p:spPr>
          <a:xfrm rot="5400000">
            <a:off x="7131250" y="3842425"/>
            <a:ext cx="459000" cy="63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8" name="Google Shape;648;p41"/>
          <p:cNvCxnSpPr>
            <a:stCxn id="638" idx="2"/>
            <a:endCxn id="643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9" name="Google Shape;649;p41"/>
          <p:cNvSpPr/>
          <p:nvPr/>
        </p:nvSpPr>
        <p:spPr>
          <a:xfrm>
            <a:off x="176750" y="3806613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1"/>
          <p:cNvSpPr/>
          <p:nvPr/>
        </p:nvSpPr>
        <p:spPr>
          <a:xfrm>
            <a:off x="176750" y="4143138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1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1"/>
          <p:cNvSpPr txBox="1"/>
          <p:nvPr/>
        </p:nvSpPr>
        <p:spPr>
          <a:xfrm>
            <a:off x="7131075" y="28033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1"/>
          <p:cNvSpPr txBox="1"/>
          <p:nvPr>
            <p:ph type="title"/>
          </p:nvPr>
        </p:nvSpPr>
        <p:spPr>
          <a:xfrm>
            <a:off x="345700" y="88165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420">
                <a:solidFill>
                  <a:schemeClr val="dk2"/>
                </a:solidFill>
              </a:rPr>
              <a:t>Caso</a:t>
            </a:r>
            <a:r>
              <a:rPr lang="es" sz="1420">
                <a:solidFill>
                  <a:srgbClr val="CCCCCC"/>
                </a:solidFill>
              </a:rPr>
              <a:t> </a:t>
            </a:r>
            <a:r>
              <a:rPr lang="es" sz="1420">
                <a:solidFill>
                  <a:srgbClr val="6D9EEB"/>
                </a:solidFill>
              </a:rPr>
              <a:t>2</a:t>
            </a:r>
            <a:endParaRPr sz="1420">
              <a:solidFill>
                <a:srgbClr val="6D9EEB"/>
              </a:solidFill>
            </a:endParaRPr>
          </a:p>
        </p:txBody>
      </p:sp>
      <p:sp>
        <p:nvSpPr>
          <p:cNvPr id="654" name="Google Shape;654;p41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</a:t>
            </a:r>
            <a:r>
              <a:rPr b="1" i="0" lang="es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2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Simple</a:t>
            </a:r>
            <a:endParaRPr/>
          </a:p>
        </p:txBody>
      </p:sp>
      <p:sp>
        <p:nvSpPr>
          <p:cNvPr id="661" name="Google Shape;661;p42"/>
          <p:cNvSpPr/>
          <p:nvPr/>
        </p:nvSpPr>
        <p:spPr>
          <a:xfrm rot="10800000">
            <a:off x="631475" y="1852900"/>
            <a:ext cx="5480700" cy="2742600"/>
          </a:xfrm>
          <a:prstGeom prst="round2SameRect">
            <a:avLst>
              <a:gd fmla="val 6825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2"/>
          <p:cNvSpPr/>
          <p:nvPr/>
        </p:nvSpPr>
        <p:spPr>
          <a:xfrm rot="10800000">
            <a:off x="631443" y="1461875"/>
            <a:ext cx="5480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2"/>
          <p:cNvSpPr/>
          <p:nvPr/>
        </p:nvSpPr>
        <p:spPr>
          <a:xfrm>
            <a:off x="774949" y="1562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2"/>
          <p:cNvSpPr/>
          <p:nvPr/>
        </p:nvSpPr>
        <p:spPr>
          <a:xfrm>
            <a:off x="1057981" y="1562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2"/>
          <p:cNvSpPr/>
          <p:nvPr/>
        </p:nvSpPr>
        <p:spPr>
          <a:xfrm>
            <a:off x="1341012" y="1562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42"/>
          <p:cNvSpPr txBox="1"/>
          <p:nvPr/>
        </p:nvSpPr>
        <p:spPr>
          <a:xfrm>
            <a:off x="676063" y="1876368"/>
            <a:ext cx="5356800" cy="265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E06C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2"/>
          <p:cNvSpPr/>
          <p:nvPr/>
        </p:nvSpPr>
        <p:spPr>
          <a:xfrm>
            <a:off x="7356100" y="3505075"/>
            <a:ext cx="6474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42"/>
          <p:cNvSpPr/>
          <p:nvPr/>
        </p:nvSpPr>
        <p:spPr>
          <a:xfrm>
            <a:off x="65613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2"/>
          <p:cNvSpPr/>
          <p:nvPr/>
        </p:nvSpPr>
        <p:spPr>
          <a:xfrm>
            <a:off x="65613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2"/>
          <p:cNvSpPr/>
          <p:nvPr/>
        </p:nvSpPr>
        <p:spPr>
          <a:xfrm>
            <a:off x="65613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1" name="Google Shape;671;p42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2" name="Google Shape;672;p42"/>
          <p:cNvCxnSpPr>
            <a:endCxn id="668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3" name="Google Shape;673;p42"/>
          <p:cNvCxnSpPr>
            <a:stCxn id="668" idx="2"/>
            <a:endCxn id="669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4" name="Google Shape;674;p42"/>
          <p:cNvCxnSpPr>
            <a:stCxn id="669" idx="2"/>
            <a:endCxn id="670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5" name="Google Shape;675;p42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2"/>
          <p:cNvSpPr/>
          <p:nvPr/>
        </p:nvSpPr>
        <p:spPr>
          <a:xfrm>
            <a:off x="6447800" y="4177450"/>
            <a:ext cx="6474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7" name="Google Shape;677;p42"/>
          <p:cNvCxnSpPr>
            <a:stCxn id="675" idx="2"/>
            <a:endCxn id="676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8" name="Google Shape;678;p42"/>
          <p:cNvCxnSpPr>
            <a:stCxn id="667" idx="0"/>
            <a:endCxn id="675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79" name="Google Shape;679;p42"/>
          <p:cNvCxnSpPr>
            <a:stCxn id="667" idx="4"/>
            <a:endCxn id="676" idx="2"/>
          </p:cNvCxnSpPr>
          <p:nvPr/>
        </p:nvCxnSpPr>
        <p:spPr>
          <a:xfrm rot="5400000">
            <a:off x="7131250" y="3842425"/>
            <a:ext cx="459000" cy="63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0" name="Google Shape;680;p42"/>
          <p:cNvCxnSpPr>
            <a:stCxn id="670" idx="2"/>
            <a:endCxn id="675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1" name="Google Shape;681;p42"/>
          <p:cNvSpPr/>
          <p:nvPr/>
        </p:nvSpPr>
        <p:spPr>
          <a:xfrm>
            <a:off x="176750" y="4146938"/>
            <a:ext cx="5982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A4E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2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2"/>
          <p:cNvSpPr txBox="1"/>
          <p:nvPr/>
        </p:nvSpPr>
        <p:spPr>
          <a:xfrm>
            <a:off x="7131075" y="28033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2"/>
          <p:cNvSpPr txBox="1"/>
          <p:nvPr>
            <p:ph type="title"/>
          </p:nvPr>
        </p:nvSpPr>
        <p:spPr>
          <a:xfrm>
            <a:off x="345700" y="88165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420">
                <a:solidFill>
                  <a:schemeClr val="dk2"/>
                </a:solidFill>
              </a:rPr>
              <a:t>Caso</a:t>
            </a:r>
            <a:r>
              <a:rPr lang="es" sz="1420">
                <a:solidFill>
                  <a:srgbClr val="CCCCCC"/>
                </a:solidFill>
              </a:rPr>
              <a:t> </a:t>
            </a:r>
            <a:r>
              <a:rPr lang="es" sz="1420">
                <a:solidFill>
                  <a:srgbClr val="6D9EEB"/>
                </a:solidFill>
              </a:rPr>
              <a:t>2</a:t>
            </a:r>
            <a:endParaRPr sz="1420">
              <a:solidFill>
                <a:srgbClr val="6D9EEB"/>
              </a:solidFill>
            </a:endParaRPr>
          </a:p>
        </p:txBody>
      </p:sp>
      <p:sp>
        <p:nvSpPr>
          <p:cNvPr id="685" name="Google Shape;685;p42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</a:t>
            </a:r>
            <a:r>
              <a:rPr b="1" i="0" lang="es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3"/>
          <p:cNvSpPr/>
          <p:nvPr/>
        </p:nvSpPr>
        <p:spPr>
          <a:xfrm>
            <a:off x="7380700" y="3505075"/>
            <a:ext cx="5982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3"/>
          <p:cNvSpPr/>
          <p:nvPr/>
        </p:nvSpPr>
        <p:spPr>
          <a:xfrm>
            <a:off x="6561350" y="95125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3"/>
          <p:cNvSpPr/>
          <p:nvPr/>
        </p:nvSpPr>
        <p:spPr>
          <a:xfrm>
            <a:off x="6561350" y="15409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3"/>
          <p:cNvSpPr/>
          <p:nvPr/>
        </p:nvSpPr>
        <p:spPr>
          <a:xfrm>
            <a:off x="6561350" y="213070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5" name="Google Shape;695;p43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6" name="Google Shape;696;p43"/>
          <p:cNvCxnSpPr>
            <a:endCxn id="692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7" name="Google Shape;697;p43"/>
          <p:cNvCxnSpPr>
            <a:stCxn id="692" idx="4"/>
            <a:endCxn id="693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8" name="Google Shape;698;p43"/>
          <p:cNvCxnSpPr>
            <a:stCxn id="693" idx="4"/>
            <a:endCxn id="694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9" name="Google Shape;699;p43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3"/>
          <p:cNvSpPr/>
          <p:nvPr/>
        </p:nvSpPr>
        <p:spPr>
          <a:xfrm>
            <a:off x="6472400" y="4177450"/>
            <a:ext cx="5982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43"/>
          <p:cNvCxnSpPr>
            <a:stCxn id="699" idx="2"/>
            <a:endCxn id="700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2" name="Google Shape;702;p43"/>
          <p:cNvCxnSpPr>
            <a:stCxn id="691" idx="0"/>
            <a:endCxn id="699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03" name="Google Shape;703;p43"/>
          <p:cNvCxnSpPr>
            <a:stCxn id="691" idx="4"/>
            <a:endCxn id="700" idx="2"/>
          </p:cNvCxnSpPr>
          <p:nvPr/>
        </p:nvCxnSpPr>
        <p:spPr>
          <a:xfrm rot="5400000">
            <a:off x="7118950" y="3830125"/>
            <a:ext cx="459000" cy="66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4" name="Google Shape;704;p43"/>
          <p:cNvCxnSpPr>
            <a:stCxn id="694" idx="4"/>
            <a:endCxn id="699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5" name="Google Shape;705;p43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3"/>
          <p:cNvSpPr txBox="1"/>
          <p:nvPr/>
        </p:nvSpPr>
        <p:spPr>
          <a:xfrm>
            <a:off x="7131075" y="28033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3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</a:t>
            </a:r>
            <a:r>
              <a:rPr b="1" i="0" lang="es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3"/>
          <p:cNvSpPr/>
          <p:nvPr/>
        </p:nvSpPr>
        <p:spPr>
          <a:xfrm>
            <a:off x="2098300" y="3505075"/>
            <a:ext cx="6474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3"/>
          <p:cNvSpPr/>
          <p:nvPr/>
        </p:nvSpPr>
        <p:spPr>
          <a:xfrm>
            <a:off x="1303550" y="95125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3"/>
          <p:cNvSpPr/>
          <p:nvPr/>
        </p:nvSpPr>
        <p:spPr>
          <a:xfrm>
            <a:off x="1303550" y="1540975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3"/>
          <p:cNvSpPr/>
          <p:nvPr/>
        </p:nvSpPr>
        <p:spPr>
          <a:xfrm>
            <a:off x="1303550" y="2130700"/>
            <a:ext cx="4203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p43"/>
          <p:cNvCxnSpPr/>
          <p:nvPr/>
        </p:nvCxnSpPr>
        <p:spPr>
          <a:xfrm>
            <a:off x="15137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3" name="Google Shape;713;p43"/>
          <p:cNvCxnSpPr>
            <a:endCxn id="709" idx="0"/>
          </p:cNvCxnSpPr>
          <p:nvPr/>
        </p:nvCxnSpPr>
        <p:spPr>
          <a:xfrm>
            <a:off x="15137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4" name="Google Shape;714;p43"/>
          <p:cNvCxnSpPr>
            <a:stCxn id="709" idx="4"/>
            <a:endCxn id="710" idx="0"/>
          </p:cNvCxnSpPr>
          <p:nvPr/>
        </p:nvCxnSpPr>
        <p:spPr>
          <a:xfrm>
            <a:off x="15137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5" name="Google Shape;715;p43"/>
          <p:cNvCxnSpPr>
            <a:stCxn id="710" idx="4"/>
            <a:endCxn id="711" idx="0"/>
          </p:cNvCxnSpPr>
          <p:nvPr/>
        </p:nvCxnSpPr>
        <p:spPr>
          <a:xfrm>
            <a:off x="15137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6" name="Google Shape;716;p43"/>
          <p:cNvSpPr/>
          <p:nvPr/>
        </p:nvSpPr>
        <p:spPr>
          <a:xfrm>
            <a:off x="12527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3"/>
          <p:cNvSpPr/>
          <p:nvPr/>
        </p:nvSpPr>
        <p:spPr>
          <a:xfrm>
            <a:off x="1190000" y="4177450"/>
            <a:ext cx="647400" cy="426900"/>
          </a:xfrm>
          <a:prstGeom prst="parallelogram">
            <a:avLst>
              <a:gd fmla="val 25000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8" name="Google Shape;718;p43"/>
          <p:cNvCxnSpPr>
            <a:stCxn id="716" idx="2"/>
            <a:endCxn id="717" idx="0"/>
          </p:cNvCxnSpPr>
          <p:nvPr/>
        </p:nvCxnSpPr>
        <p:spPr>
          <a:xfrm>
            <a:off x="15137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9" name="Google Shape;719;p43"/>
          <p:cNvCxnSpPr>
            <a:stCxn id="708" idx="0"/>
            <a:endCxn id="716" idx="3"/>
          </p:cNvCxnSpPr>
          <p:nvPr/>
        </p:nvCxnSpPr>
        <p:spPr>
          <a:xfrm flipH="1" rot="5400000">
            <a:off x="18863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20" name="Google Shape;720;p43"/>
          <p:cNvCxnSpPr>
            <a:stCxn id="708" idx="4"/>
            <a:endCxn id="717" idx="2"/>
          </p:cNvCxnSpPr>
          <p:nvPr/>
        </p:nvCxnSpPr>
        <p:spPr>
          <a:xfrm rot="5400000">
            <a:off x="1873450" y="3842425"/>
            <a:ext cx="459000" cy="63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1" name="Google Shape;721;p43"/>
          <p:cNvCxnSpPr>
            <a:stCxn id="711" idx="4"/>
            <a:endCxn id="716" idx="0"/>
          </p:cNvCxnSpPr>
          <p:nvPr/>
        </p:nvCxnSpPr>
        <p:spPr>
          <a:xfrm>
            <a:off x="15137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2" name="Google Shape;722;p43"/>
          <p:cNvSpPr txBox="1"/>
          <p:nvPr/>
        </p:nvSpPr>
        <p:spPr>
          <a:xfrm>
            <a:off x="12146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3"/>
          <p:cNvSpPr txBox="1"/>
          <p:nvPr/>
        </p:nvSpPr>
        <p:spPr>
          <a:xfrm>
            <a:off x="19625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personas=0</a:t>
            </a:r>
            <a:endParaRPr b="0" i="0" sz="16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3"/>
          <p:cNvSpPr txBox="1"/>
          <p:nvPr/>
        </p:nvSpPr>
        <p:spPr>
          <a:xfrm rot="-5400000">
            <a:off x="1202225" y="35066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3"/>
          <p:cNvSpPr txBox="1"/>
          <p:nvPr>
            <p:ph type="title"/>
          </p:nvPr>
        </p:nvSpPr>
        <p:spPr>
          <a:xfrm rot="-5400000">
            <a:off x="-1531900" y="228540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dk2"/>
                </a:solidFill>
              </a:rPr>
              <a:t>Caso</a:t>
            </a:r>
            <a:r>
              <a:rPr lang="es" sz="2420">
                <a:solidFill>
                  <a:srgbClr val="CCCCCC"/>
                </a:solidFill>
              </a:rPr>
              <a:t> </a:t>
            </a:r>
            <a:r>
              <a:rPr lang="es" sz="2420">
                <a:solidFill>
                  <a:schemeClr val="accent4"/>
                </a:solidFill>
              </a:rPr>
              <a:t>1</a:t>
            </a:r>
            <a:endParaRPr sz="2420">
              <a:solidFill>
                <a:schemeClr val="accent4"/>
              </a:solidFill>
            </a:endParaRPr>
          </a:p>
        </p:txBody>
      </p:sp>
      <p:sp>
        <p:nvSpPr>
          <p:cNvPr id="726" name="Google Shape;726;p43"/>
          <p:cNvSpPr txBox="1"/>
          <p:nvPr>
            <p:ph type="title"/>
          </p:nvPr>
        </p:nvSpPr>
        <p:spPr>
          <a:xfrm rot="-5400000">
            <a:off x="3590525" y="228540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dk2"/>
                </a:solidFill>
              </a:rPr>
              <a:t>Caso</a:t>
            </a:r>
            <a:r>
              <a:rPr lang="es" sz="2420">
                <a:solidFill>
                  <a:srgbClr val="CCCCCC"/>
                </a:solidFill>
              </a:rPr>
              <a:t> </a:t>
            </a:r>
            <a:r>
              <a:rPr lang="es" sz="2420">
                <a:solidFill>
                  <a:srgbClr val="6D9EEB"/>
                </a:solidFill>
              </a:rPr>
              <a:t>2</a:t>
            </a:r>
            <a:endParaRPr sz="2420">
              <a:solidFill>
                <a:srgbClr val="6D9EEB"/>
              </a:solidFill>
            </a:endParaRPr>
          </a:p>
        </p:txBody>
      </p:sp>
      <p:pic>
        <p:nvPicPr>
          <p:cNvPr id="727" name="Google Shape;72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5663" y="1965034"/>
            <a:ext cx="1213450" cy="121345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4"/>
          <p:cNvSpPr/>
          <p:nvPr/>
        </p:nvSpPr>
        <p:spPr>
          <a:xfrm>
            <a:off x="7469650" y="35050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4"/>
          <p:cNvSpPr/>
          <p:nvPr/>
        </p:nvSpPr>
        <p:spPr>
          <a:xfrm>
            <a:off x="65613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4"/>
          <p:cNvSpPr/>
          <p:nvPr/>
        </p:nvSpPr>
        <p:spPr>
          <a:xfrm>
            <a:off x="65613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4"/>
          <p:cNvSpPr/>
          <p:nvPr/>
        </p:nvSpPr>
        <p:spPr>
          <a:xfrm>
            <a:off x="65613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7" name="Google Shape;737;p44"/>
          <p:cNvCxnSpPr/>
          <p:nvPr/>
        </p:nvCxnSpPr>
        <p:spPr>
          <a:xfrm>
            <a:off x="67715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8" name="Google Shape;738;p44"/>
          <p:cNvCxnSpPr>
            <a:endCxn id="734" idx="0"/>
          </p:cNvCxnSpPr>
          <p:nvPr/>
        </p:nvCxnSpPr>
        <p:spPr>
          <a:xfrm>
            <a:off x="67715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9" name="Google Shape;739;p44"/>
          <p:cNvCxnSpPr>
            <a:stCxn id="734" idx="2"/>
            <a:endCxn id="735" idx="0"/>
          </p:cNvCxnSpPr>
          <p:nvPr/>
        </p:nvCxnSpPr>
        <p:spPr>
          <a:xfrm>
            <a:off x="67715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0" name="Google Shape;740;p44"/>
          <p:cNvCxnSpPr>
            <a:stCxn id="735" idx="2"/>
            <a:endCxn id="736" idx="0"/>
          </p:cNvCxnSpPr>
          <p:nvPr/>
        </p:nvCxnSpPr>
        <p:spPr>
          <a:xfrm>
            <a:off x="67715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1" name="Google Shape;741;p44"/>
          <p:cNvSpPr/>
          <p:nvPr/>
        </p:nvSpPr>
        <p:spPr>
          <a:xfrm>
            <a:off x="65105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4"/>
          <p:cNvSpPr/>
          <p:nvPr/>
        </p:nvSpPr>
        <p:spPr>
          <a:xfrm>
            <a:off x="6561350" y="4177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3" name="Google Shape;743;p44"/>
          <p:cNvCxnSpPr>
            <a:stCxn id="741" idx="2"/>
            <a:endCxn id="742" idx="0"/>
          </p:cNvCxnSpPr>
          <p:nvPr/>
        </p:nvCxnSpPr>
        <p:spPr>
          <a:xfrm>
            <a:off x="67715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4" name="Google Shape;744;p44"/>
          <p:cNvCxnSpPr>
            <a:stCxn id="733" idx="0"/>
            <a:endCxn id="741" idx="3"/>
          </p:cNvCxnSpPr>
          <p:nvPr/>
        </p:nvCxnSpPr>
        <p:spPr>
          <a:xfrm flipH="1" rot="5400000">
            <a:off x="71441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45" name="Google Shape;745;p44"/>
          <p:cNvCxnSpPr>
            <a:stCxn id="733" idx="2"/>
            <a:endCxn id="742" idx="3"/>
          </p:cNvCxnSpPr>
          <p:nvPr/>
        </p:nvCxnSpPr>
        <p:spPr>
          <a:xfrm rot="5400000">
            <a:off x="7101250" y="3812425"/>
            <a:ext cx="459000" cy="69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6" name="Google Shape;746;p44"/>
          <p:cNvCxnSpPr>
            <a:stCxn id="736" idx="2"/>
            <a:endCxn id="741" idx="0"/>
          </p:cNvCxnSpPr>
          <p:nvPr/>
        </p:nvCxnSpPr>
        <p:spPr>
          <a:xfrm>
            <a:off x="67715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7" name="Google Shape;747;p44"/>
          <p:cNvSpPr txBox="1"/>
          <p:nvPr/>
        </p:nvSpPr>
        <p:spPr>
          <a:xfrm>
            <a:off x="64724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4"/>
          <p:cNvSpPr txBox="1"/>
          <p:nvPr/>
        </p:nvSpPr>
        <p:spPr>
          <a:xfrm>
            <a:off x="7131075" y="28033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4"/>
          <p:cNvSpPr txBox="1"/>
          <p:nvPr/>
        </p:nvSpPr>
        <p:spPr>
          <a:xfrm>
            <a:off x="72203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</a:t>
            </a:r>
            <a:r>
              <a:rPr b="1" i="0" lang="es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4"/>
          <p:cNvSpPr/>
          <p:nvPr/>
        </p:nvSpPr>
        <p:spPr>
          <a:xfrm>
            <a:off x="2211850" y="3505075"/>
            <a:ext cx="420300" cy="426900"/>
          </a:xfrm>
          <a:prstGeom prst="roundRect">
            <a:avLst>
              <a:gd fmla="val 794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4"/>
          <p:cNvSpPr/>
          <p:nvPr/>
        </p:nvSpPr>
        <p:spPr>
          <a:xfrm>
            <a:off x="1303550" y="9512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4"/>
          <p:cNvSpPr/>
          <p:nvPr/>
        </p:nvSpPr>
        <p:spPr>
          <a:xfrm>
            <a:off x="1303550" y="1540975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4"/>
          <p:cNvSpPr/>
          <p:nvPr/>
        </p:nvSpPr>
        <p:spPr>
          <a:xfrm>
            <a:off x="1303550" y="213070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4" name="Google Shape;754;p44"/>
          <p:cNvCxnSpPr/>
          <p:nvPr/>
        </p:nvCxnSpPr>
        <p:spPr>
          <a:xfrm>
            <a:off x="15137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5" name="Google Shape;755;p44"/>
          <p:cNvCxnSpPr>
            <a:endCxn id="751" idx="0"/>
          </p:cNvCxnSpPr>
          <p:nvPr/>
        </p:nvCxnSpPr>
        <p:spPr>
          <a:xfrm>
            <a:off x="15137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6" name="Google Shape;756;p44"/>
          <p:cNvCxnSpPr>
            <a:stCxn id="751" idx="2"/>
            <a:endCxn id="752" idx="0"/>
          </p:cNvCxnSpPr>
          <p:nvPr/>
        </p:nvCxnSpPr>
        <p:spPr>
          <a:xfrm>
            <a:off x="15137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7" name="Google Shape;757;p44"/>
          <p:cNvCxnSpPr>
            <a:stCxn id="752" idx="2"/>
            <a:endCxn id="753" idx="0"/>
          </p:cNvCxnSpPr>
          <p:nvPr/>
        </p:nvCxnSpPr>
        <p:spPr>
          <a:xfrm>
            <a:off x="15137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8" name="Google Shape;758;p44"/>
          <p:cNvSpPr/>
          <p:nvPr/>
        </p:nvSpPr>
        <p:spPr>
          <a:xfrm>
            <a:off x="1252700" y="2820250"/>
            <a:ext cx="522000" cy="522000"/>
          </a:xfrm>
          <a:prstGeom prst="diamond">
            <a:avLst/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4"/>
          <p:cNvSpPr/>
          <p:nvPr/>
        </p:nvSpPr>
        <p:spPr>
          <a:xfrm>
            <a:off x="1303550" y="4177450"/>
            <a:ext cx="420300" cy="426900"/>
          </a:xfrm>
          <a:prstGeom prst="roundRect">
            <a:avLst>
              <a:gd fmla="val 7941" name="adj"/>
            </a:avLst>
          </a:prstGeom>
          <a:solidFill>
            <a:srgbClr val="00CA4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0" name="Google Shape;760;p44"/>
          <p:cNvCxnSpPr>
            <a:stCxn id="758" idx="2"/>
            <a:endCxn id="759" idx="0"/>
          </p:cNvCxnSpPr>
          <p:nvPr/>
        </p:nvCxnSpPr>
        <p:spPr>
          <a:xfrm>
            <a:off x="1513700" y="3342250"/>
            <a:ext cx="0" cy="8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1" name="Google Shape;761;p44"/>
          <p:cNvCxnSpPr>
            <a:stCxn id="750" idx="0"/>
            <a:endCxn id="758" idx="3"/>
          </p:cNvCxnSpPr>
          <p:nvPr/>
        </p:nvCxnSpPr>
        <p:spPr>
          <a:xfrm flipH="1" rot="5400000">
            <a:off x="1886350" y="2969425"/>
            <a:ext cx="4239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62" name="Google Shape;762;p44"/>
          <p:cNvCxnSpPr>
            <a:stCxn id="750" idx="2"/>
            <a:endCxn id="759" idx="3"/>
          </p:cNvCxnSpPr>
          <p:nvPr/>
        </p:nvCxnSpPr>
        <p:spPr>
          <a:xfrm rot="5400000">
            <a:off x="1843450" y="3812425"/>
            <a:ext cx="459000" cy="69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3" name="Google Shape;763;p44"/>
          <p:cNvCxnSpPr>
            <a:stCxn id="753" idx="2"/>
            <a:endCxn id="758" idx="0"/>
          </p:cNvCxnSpPr>
          <p:nvPr/>
        </p:nvCxnSpPr>
        <p:spPr>
          <a:xfrm>
            <a:off x="15137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4" name="Google Shape;764;p44"/>
          <p:cNvSpPr txBox="1"/>
          <p:nvPr/>
        </p:nvSpPr>
        <p:spPr>
          <a:xfrm>
            <a:off x="12146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4"/>
          <p:cNvSpPr txBox="1"/>
          <p:nvPr/>
        </p:nvSpPr>
        <p:spPr>
          <a:xfrm>
            <a:off x="1962575" y="2132200"/>
            <a:ext cx="14628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00CA4E"/>
                </a:solidFill>
                <a:latin typeface="Arial"/>
                <a:ea typeface="Arial"/>
                <a:cs typeface="Arial"/>
                <a:sym typeface="Arial"/>
              </a:rPr>
              <a:t>personas=0</a:t>
            </a:r>
            <a:endParaRPr b="0" i="0" sz="1600" u="none" cap="none" strike="noStrike">
              <a:solidFill>
                <a:srgbClr val="00CA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4"/>
          <p:cNvSpPr txBox="1"/>
          <p:nvPr/>
        </p:nvSpPr>
        <p:spPr>
          <a:xfrm rot="-5400000">
            <a:off x="1202225" y="3506625"/>
            <a:ext cx="5094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b="1" i="0" sz="800" u="none" cap="none" strike="noStrike">
              <a:solidFill>
                <a:srgbClr val="0184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7" name="Google Shape;76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5663" y="1965034"/>
            <a:ext cx="1213450" cy="121345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44"/>
          <p:cNvSpPr txBox="1"/>
          <p:nvPr/>
        </p:nvSpPr>
        <p:spPr>
          <a:xfrm>
            <a:off x="2923325" y="3499275"/>
            <a:ext cx="2838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¡ Dos posibles trazas de ejecución !</a:t>
            </a:r>
            <a:endParaRPr b="0" i="0" sz="28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70" name="Google Shape;770;p44"/>
          <p:cNvSpPr txBox="1"/>
          <p:nvPr>
            <p:ph type="title"/>
          </p:nvPr>
        </p:nvSpPr>
        <p:spPr>
          <a:xfrm rot="-5400000">
            <a:off x="-1531900" y="228540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dk2"/>
                </a:solidFill>
              </a:rPr>
              <a:t>Caso</a:t>
            </a:r>
            <a:r>
              <a:rPr lang="es" sz="2420">
                <a:solidFill>
                  <a:srgbClr val="CCCCCC"/>
                </a:solidFill>
              </a:rPr>
              <a:t> </a:t>
            </a:r>
            <a:r>
              <a:rPr lang="es" sz="2420">
                <a:solidFill>
                  <a:schemeClr val="accent4"/>
                </a:solidFill>
              </a:rPr>
              <a:t>1</a:t>
            </a:r>
            <a:endParaRPr sz="2420">
              <a:solidFill>
                <a:schemeClr val="accent4"/>
              </a:solidFill>
            </a:endParaRPr>
          </a:p>
        </p:txBody>
      </p:sp>
      <p:sp>
        <p:nvSpPr>
          <p:cNvPr id="771" name="Google Shape;771;p44"/>
          <p:cNvSpPr txBox="1"/>
          <p:nvPr>
            <p:ph type="title"/>
          </p:nvPr>
        </p:nvSpPr>
        <p:spPr>
          <a:xfrm rot="-5400000">
            <a:off x="3590525" y="2285400"/>
            <a:ext cx="42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dk2"/>
                </a:solidFill>
              </a:rPr>
              <a:t>Caso</a:t>
            </a:r>
            <a:r>
              <a:rPr lang="es" sz="2420">
                <a:solidFill>
                  <a:srgbClr val="CCCCCC"/>
                </a:solidFill>
              </a:rPr>
              <a:t> </a:t>
            </a:r>
            <a:r>
              <a:rPr lang="es" sz="2420">
                <a:solidFill>
                  <a:srgbClr val="6D9EEB"/>
                </a:solidFill>
              </a:rPr>
              <a:t>2</a:t>
            </a:r>
            <a:endParaRPr sz="2420">
              <a:solidFill>
                <a:srgbClr val="6D9EEB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5"/>
          <p:cNvSpPr txBox="1"/>
          <p:nvPr>
            <p:ph idx="1" type="body"/>
          </p:nvPr>
        </p:nvSpPr>
        <p:spPr>
          <a:xfrm>
            <a:off x="997500" y="1457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if (</a:t>
            </a:r>
            <a:r>
              <a:rPr lang="es" sz="2600">
                <a:solidFill>
                  <a:schemeClr val="accent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cond</a:t>
            </a: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)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	   </a:t>
            </a: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prog1</a:t>
            </a:r>
            <a:endParaRPr sz="26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else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		</a:t>
            </a: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prog2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76923"/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777" name="Google Shape;777;p45"/>
          <p:cNvSpPr txBox="1"/>
          <p:nvPr>
            <p:ph idx="2" type="body"/>
          </p:nvPr>
        </p:nvSpPr>
        <p:spPr>
          <a:xfrm>
            <a:off x="4832400" y="2006400"/>
            <a:ext cx="3999900" cy="2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2000"/>
              <a:t>Si se cumple la condición </a:t>
            </a:r>
            <a:r>
              <a:rPr b="1" lang="es" sz="2000">
                <a:solidFill>
                  <a:schemeClr val="accent4"/>
                </a:solidFill>
              </a:rPr>
              <a:t>cond</a:t>
            </a:r>
            <a:r>
              <a:rPr lang="es" sz="2000"/>
              <a:t>, entonces se ejecuta el programa </a:t>
            </a:r>
            <a:r>
              <a:rPr b="1" lang="es" sz="2000">
                <a:solidFill>
                  <a:schemeClr val="accent1"/>
                </a:solidFill>
              </a:rPr>
              <a:t>prog1</a:t>
            </a:r>
            <a:r>
              <a:rPr lang="es" sz="2000"/>
              <a:t>. Caso contrario (si NO se cumple </a:t>
            </a:r>
            <a:r>
              <a:rPr b="1" lang="es" sz="2000">
                <a:solidFill>
                  <a:schemeClr val="accent4"/>
                </a:solidFill>
              </a:rPr>
              <a:t>cond</a:t>
            </a:r>
            <a:r>
              <a:rPr lang="es" sz="2000"/>
              <a:t>), se ejecuta </a:t>
            </a:r>
            <a:r>
              <a:rPr b="1" lang="es" sz="2000">
                <a:solidFill>
                  <a:schemeClr val="accent1"/>
                </a:solidFill>
              </a:rPr>
              <a:t>prog2</a:t>
            </a:r>
            <a:r>
              <a:rPr lang="es" sz="2000"/>
              <a:t>.</a:t>
            </a:r>
            <a:endParaRPr b="1" sz="2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000"/>
          </a:p>
        </p:txBody>
      </p:sp>
      <p:sp>
        <p:nvSpPr>
          <p:cNvPr id="778" name="Google Shape;77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¿Qué más podemos hacer?</a:t>
            </a:r>
            <a:endParaRPr/>
          </a:p>
        </p:txBody>
      </p:sp>
      <p:sp>
        <p:nvSpPr>
          <p:cNvPr id="779" name="Google Shape;779;p4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6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 Doble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85" name="Google Shape;785;p46"/>
          <p:cNvSpPr/>
          <p:nvPr/>
        </p:nvSpPr>
        <p:spPr>
          <a:xfrm rot="10800000">
            <a:off x="478900" y="1471875"/>
            <a:ext cx="5609700" cy="3498300"/>
          </a:xfrm>
          <a:prstGeom prst="round2SameRect">
            <a:avLst>
              <a:gd fmla="val 3443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6"/>
          <p:cNvSpPr/>
          <p:nvPr/>
        </p:nvSpPr>
        <p:spPr>
          <a:xfrm rot="10800000">
            <a:off x="478868" y="1080875"/>
            <a:ext cx="5609700" cy="391500"/>
          </a:xfrm>
          <a:prstGeom prst="round2SameRect">
            <a:avLst>
              <a:gd fmla="val 6272" name="adj1"/>
              <a:gd fmla="val 25195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6"/>
          <p:cNvSpPr/>
          <p:nvPr/>
        </p:nvSpPr>
        <p:spPr>
          <a:xfrm>
            <a:off x="622549" y="1181077"/>
            <a:ext cx="191100" cy="1911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6"/>
          <p:cNvSpPr/>
          <p:nvPr/>
        </p:nvSpPr>
        <p:spPr>
          <a:xfrm>
            <a:off x="905581" y="1181077"/>
            <a:ext cx="191100" cy="1911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6"/>
          <p:cNvSpPr/>
          <p:nvPr/>
        </p:nvSpPr>
        <p:spPr>
          <a:xfrm>
            <a:off x="1188612" y="1181077"/>
            <a:ext cx="191100" cy="1911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46"/>
          <p:cNvSpPr txBox="1"/>
          <p:nvPr/>
        </p:nvSpPr>
        <p:spPr>
          <a:xfrm>
            <a:off x="478975" y="1503175"/>
            <a:ext cx="5609700" cy="3297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el total gastado:"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"Ingrese la cantidad de personas:"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98680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"Cada uno debe pagar 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 pesos"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"Error: division por cero, vuelva a ejecutar con un valor distinto"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2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&lt;&lt;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"Termina programa"</a:t>
            </a:r>
            <a:r>
              <a:rPr b="0" i="0" lang="es" sz="1200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6"/>
          <p:cNvSpPr/>
          <p:nvPr/>
        </p:nvSpPr>
        <p:spPr>
          <a:xfrm>
            <a:off x="7990300" y="3581275"/>
            <a:ext cx="5982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6"/>
          <p:cNvSpPr/>
          <p:nvPr/>
        </p:nvSpPr>
        <p:spPr>
          <a:xfrm>
            <a:off x="7170950" y="951250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6"/>
          <p:cNvSpPr/>
          <p:nvPr/>
        </p:nvSpPr>
        <p:spPr>
          <a:xfrm>
            <a:off x="7170950" y="1540975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6"/>
          <p:cNvSpPr/>
          <p:nvPr/>
        </p:nvSpPr>
        <p:spPr>
          <a:xfrm>
            <a:off x="7170950" y="2130700"/>
            <a:ext cx="4203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5" name="Google Shape;795;p46"/>
          <p:cNvCxnSpPr/>
          <p:nvPr/>
        </p:nvCxnSpPr>
        <p:spPr>
          <a:xfrm>
            <a:off x="7381100" y="142800"/>
            <a:ext cx="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6" name="Google Shape;796;p46"/>
          <p:cNvCxnSpPr>
            <a:endCxn id="792" idx="0"/>
          </p:cNvCxnSpPr>
          <p:nvPr/>
        </p:nvCxnSpPr>
        <p:spPr>
          <a:xfrm>
            <a:off x="7381100" y="7883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7" name="Google Shape;797;p46"/>
          <p:cNvCxnSpPr>
            <a:stCxn id="792" idx="4"/>
            <a:endCxn id="793" idx="0"/>
          </p:cNvCxnSpPr>
          <p:nvPr/>
        </p:nvCxnSpPr>
        <p:spPr>
          <a:xfrm>
            <a:off x="7381100" y="1378150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8" name="Google Shape;798;p46"/>
          <p:cNvCxnSpPr>
            <a:stCxn id="793" idx="4"/>
            <a:endCxn id="794" idx="0"/>
          </p:cNvCxnSpPr>
          <p:nvPr/>
        </p:nvCxnSpPr>
        <p:spPr>
          <a:xfrm>
            <a:off x="7381100" y="1967875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9" name="Google Shape;799;p46"/>
          <p:cNvSpPr/>
          <p:nvPr/>
        </p:nvSpPr>
        <p:spPr>
          <a:xfrm>
            <a:off x="7120100" y="2820250"/>
            <a:ext cx="522000" cy="522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6"/>
          <p:cNvSpPr/>
          <p:nvPr/>
        </p:nvSpPr>
        <p:spPr>
          <a:xfrm>
            <a:off x="7082000" y="4253650"/>
            <a:ext cx="5982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1" name="Google Shape;801;p46"/>
          <p:cNvCxnSpPr>
            <a:stCxn id="799" idx="2"/>
            <a:endCxn id="802" idx="0"/>
          </p:cNvCxnSpPr>
          <p:nvPr/>
        </p:nvCxnSpPr>
        <p:spPr>
          <a:xfrm>
            <a:off x="7381100" y="3342250"/>
            <a:ext cx="0" cy="22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3" name="Google Shape;803;p46"/>
          <p:cNvCxnSpPr>
            <a:stCxn id="791" idx="0"/>
            <a:endCxn id="799" idx="3"/>
          </p:cNvCxnSpPr>
          <p:nvPr/>
        </p:nvCxnSpPr>
        <p:spPr>
          <a:xfrm flipH="1" rot="5400000">
            <a:off x="7715650" y="3007525"/>
            <a:ext cx="500100" cy="647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04" name="Google Shape;804;p46"/>
          <p:cNvCxnSpPr>
            <a:stCxn id="791" idx="4"/>
            <a:endCxn id="800" idx="2"/>
          </p:cNvCxnSpPr>
          <p:nvPr/>
        </p:nvCxnSpPr>
        <p:spPr>
          <a:xfrm rot="5400000">
            <a:off x="7728550" y="3906325"/>
            <a:ext cx="459000" cy="662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5" name="Google Shape;805;p46"/>
          <p:cNvCxnSpPr>
            <a:stCxn id="794" idx="4"/>
            <a:endCxn id="799" idx="0"/>
          </p:cNvCxnSpPr>
          <p:nvPr/>
        </p:nvCxnSpPr>
        <p:spPr>
          <a:xfrm>
            <a:off x="7381100" y="2557600"/>
            <a:ext cx="0" cy="2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6" name="Google Shape;806;p46"/>
          <p:cNvSpPr txBox="1"/>
          <p:nvPr/>
        </p:nvSpPr>
        <p:spPr>
          <a:xfrm>
            <a:off x="7082000" y="296500"/>
            <a:ext cx="598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6"/>
          <p:cNvSpPr/>
          <p:nvPr/>
        </p:nvSpPr>
        <p:spPr>
          <a:xfrm>
            <a:off x="7082000" y="3562450"/>
            <a:ext cx="598200" cy="4269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7" name="Google Shape;807;p46"/>
          <p:cNvCxnSpPr>
            <a:stCxn id="802" idx="4"/>
            <a:endCxn id="800" idx="0"/>
          </p:cNvCxnSpPr>
          <p:nvPr/>
        </p:nvCxnSpPr>
        <p:spPr>
          <a:xfrm>
            <a:off x="7381100" y="3989350"/>
            <a:ext cx="0" cy="2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8" name="Google Shape;808;p4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7"/>
          <p:cNvSpPr txBox="1"/>
          <p:nvPr>
            <p:ph idx="1" type="body"/>
          </p:nvPr>
        </p:nvSpPr>
        <p:spPr>
          <a:xfrm>
            <a:off x="418900" y="1017725"/>
            <a:ext cx="2563800" cy="3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if (</a:t>
            </a:r>
            <a:r>
              <a:rPr lang="es" sz="2600">
                <a:solidFill>
                  <a:schemeClr val="accent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cond1</a:t>
            </a: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){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if(</a:t>
            </a:r>
            <a:r>
              <a:rPr lang="es" sz="2600">
                <a:solidFill>
                  <a:schemeClr val="accent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cond2</a:t>
            </a: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){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   </a:t>
            </a: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prog1</a:t>
            </a:r>
            <a:endParaRPr sz="26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else{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prog2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else{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prog3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14" name="Google Shape;81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Condicionales Anidados</a:t>
            </a:r>
            <a:endParaRPr/>
          </a:p>
        </p:txBody>
      </p:sp>
      <p:sp>
        <p:nvSpPr>
          <p:cNvPr id="815" name="Google Shape;815;p4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Librer</a:t>
            </a:r>
            <a:r>
              <a:rPr lang="es"/>
              <a:t>í</a:t>
            </a:r>
            <a:r>
              <a:rPr lang="es"/>
              <a:t>a/Biblioteca de </a:t>
            </a:r>
            <a:r>
              <a:rPr lang="es"/>
              <a:t>Matemática</a:t>
            </a:r>
            <a:endParaRPr/>
          </a:p>
        </p:txBody>
      </p:sp>
      <p:sp>
        <p:nvSpPr>
          <p:cNvPr id="821" name="Google Shape;82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https://www.w3schools.com/cpp/cpp_ref_math.asp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ro FCEFYN">
  <a:themeElements>
    <a:clrScheme name="Simple Light">
      <a:dk1>
        <a:srgbClr val="1D1D1D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D88E77"/>
      </a:accent3>
      <a:accent4>
        <a:srgbClr val="D38129"/>
      </a:accent4>
      <a:accent5>
        <a:srgbClr val="1D4036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